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8C3B53-163E-4FAE-870E-36C09732E87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796809F-2F31-4086-8783-1107D7597D38}">
      <dgm:prSet/>
      <dgm:spPr/>
      <dgm:t>
        <a:bodyPr/>
        <a:lstStyle/>
        <a:p>
          <a:r>
            <a:rPr lang="en-US"/>
            <a:t>- A terminal-based event ticket booking system</a:t>
          </a:r>
        </a:p>
      </dgm:t>
    </dgm:pt>
    <dgm:pt modelId="{82BC6362-4D3A-4E3B-B1F2-BE36B49B44DC}" type="parTrans" cxnId="{8F9AF100-81F1-4928-B825-00B3CCEB91EE}">
      <dgm:prSet/>
      <dgm:spPr/>
      <dgm:t>
        <a:bodyPr/>
        <a:lstStyle/>
        <a:p>
          <a:endParaRPr lang="en-US"/>
        </a:p>
      </dgm:t>
    </dgm:pt>
    <dgm:pt modelId="{3A598389-DAFA-4AE2-8A10-850BB261B044}" type="sibTrans" cxnId="{8F9AF100-81F1-4928-B825-00B3CCEB91EE}">
      <dgm:prSet/>
      <dgm:spPr/>
      <dgm:t>
        <a:bodyPr/>
        <a:lstStyle/>
        <a:p>
          <a:endParaRPr lang="en-US"/>
        </a:p>
      </dgm:t>
    </dgm:pt>
    <dgm:pt modelId="{A6FA4F76-94DE-483B-AA62-72EA4AB53DFD}">
      <dgm:prSet/>
      <dgm:spPr/>
      <dgm:t>
        <a:bodyPr/>
        <a:lstStyle/>
        <a:p>
          <a:r>
            <a:rPr lang="en-US"/>
            <a:t>- Features include:</a:t>
          </a:r>
        </a:p>
      </dgm:t>
    </dgm:pt>
    <dgm:pt modelId="{5D892C80-A520-4DB9-B513-A05EB29C6987}" type="parTrans" cxnId="{89193272-169B-4F9B-97E2-EE4140233182}">
      <dgm:prSet/>
      <dgm:spPr/>
      <dgm:t>
        <a:bodyPr/>
        <a:lstStyle/>
        <a:p>
          <a:endParaRPr lang="en-US"/>
        </a:p>
      </dgm:t>
    </dgm:pt>
    <dgm:pt modelId="{27044231-7462-4C18-8D11-44C215A85216}" type="sibTrans" cxnId="{89193272-169B-4F9B-97E2-EE4140233182}">
      <dgm:prSet/>
      <dgm:spPr/>
      <dgm:t>
        <a:bodyPr/>
        <a:lstStyle/>
        <a:p>
          <a:endParaRPr lang="en-US"/>
        </a:p>
      </dgm:t>
    </dgm:pt>
    <dgm:pt modelId="{EBCA1385-7385-4119-BF9C-49FE876C5DBC}">
      <dgm:prSet/>
      <dgm:spPr/>
      <dgm:t>
        <a:bodyPr/>
        <a:lstStyle/>
        <a:p>
          <a:r>
            <a:rPr lang="en-US"/>
            <a:t>- User registration and login</a:t>
          </a:r>
        </a:p>
      </dgm:t>
    </dgm:pt>
    <dgm:pt modelId="{B429FE99-0A8A-4BA6-9B71-4B0E4326C69F}" type="parTrans" cxnId="{6AA59420-4157-4A07-BD6F-FDE4A9376076}">
      <dgm:prSet/>
      <dgm:spPr/>
      <dgm:t>
        <a:bodyPr/>
        <a:lstStyle/>
        <a:p>
          <a:endParaRPr lang="en-US"/>
        </a:p>
      </dgm:t>
    </dgm:pt>
    <dgm:pt modelId="{5480B446-5781-488E-885A-45C0E012E115}" type="sibTrans" cxnId="{6AA59420-4157-4A07-BD6F-FDE4A9376076}">
      <dgm:prSet/>
      <dgm:spPr/>
      <dgm:t>
        <a:bodyPr/>
        <a:lstStyle/>
        <a:p>
          <a:endParaRPr lang="en-US"/>
        </a:p>
      </dgm:t>
    </dgm:pt>
    <dgm:pt modelId="{7C8F0AA0-4EB3-430D-B12C-D6A2B5ED9D98}">
      <dgm:prSet/>
      <dgm:spPr/>
      <dgm:t>
        <a:bodyPr/>
        <a:lstStyle/>
        <a:p>
          <a:r>
            <a:rPr lang="en-US"/>
            <a:t>- Viewing available events</a:t>
          </a:r>
        </a:p>
      </dgm:t>
    </dgm:pt>
    <dgm:pt modelId="{19F4CFF9-41F8-4110-AA0D-D306DC9317C9}" type="parTrans" cxnId="{996AB059-F316-431D-A7D4-C494DD69547A}">
      <dgm:prSet/>
      <dgm:spPr/>
      <dgm:t>
        <a:bodyPr/>
        <a:lstStyle/>
        <a:p>
          <a:endParaRPr lang="en-US"/>
        </a:p>
      </dgm:t>
    </dgm:pt>
    <dgm:pt modelId="{FCC38C36-2E16-4102-B196-380F7516B079}" type="sibTrans" cxnId="{996AB059-F316-431D-A7D4-C494DD69547A}">
      <dgm:prSet/>
      <dgm:spPr/>
      <dgm:t>
        <a:bodyPr/>
        <a:lstStyle/>
        <a:p>
          <a:endParaRPr lang="en-US"/>
        </a:p>
      </dgm:t>
    </dgm:pt>
    <dgm:pt modelId="{51D6FAED-6E74-4E7C-A520-1A608529166A}">
      <dgm:prSet/>
      <dgm:spPr/>
      <dgm:t>
        <a:bodyPr/>
        <a:lstStyle/>
        <a:p>
          <a:r>
            <a:rPr lang="en-US"/>
            <a:t>- Seat selection and booking</a:t>
          </a:r>
        </a:p>
      </dgm:t>
    </dgm:pt>
    <dgm:pt modelId="{B728A639-A5EE-4F36-B51D-D1612F90797B}" type="parTrans" cxnId="{74484161-19C6-4200-820C-13079FF78F78}">
      <dgm:prSet/>
      <dgm:spPr/>
      <dgm:t>
        <a:bodyPr/>
        <a:lstStyle/>
        <a:p>
          <a:endParaRPr lang="en-US"/>
        </a:p>
      </dgm:t>
    </dgm:pt>
    <dgm:pt modelId="{DE443FD4-1DD5-4909-BB7F-5436A0341E6A}" type="sibTrans" cxnId="{74484161-19C6-4200-820C-13079FF78F78}">
      <dgm:prSet/>
      <dgm:spPr/>
      <dgm:t>
        <a:bodyPr/>
        <a:lstStyle/>
        <a:p>
          <a:endParaRPr lang="en-US"/>
        </a:p>
      </dgm:t>
    </dgm:pt>
    <dgm:pt modelId="{48C268CE-BDBF-43C2-B828-7B94DFB1DB55}">
      <dgm:prSet/>
      <dgm:spPr/>
      <dgm:t>
        <a:bodyPr/>
        <a:lstStyle/>
        <a:p>
          <a:r>
            <a:rPr lang="en-US"/>
            <a:t>- Persistent data storage via files</a:t>
          </a:r>
        </a:p>
      </dgm:t>
    </dgm:pt>
    <dgm:pt modelId="{61543658-AC64-45DE-B3A6-1F0136088F00}" type="parTrans" cxnId="{4C847CB5-17BA-48C1-AD7D-89C123227429}">
      <dgm:prSet/>
      <dgm:spPr/>
      <dgm:t>
        <a:bodyPr/>
        <a:lstStyle/>
        <a:p>
          <a:endParaRPr lang="en-US"/>
        </a:p>
      </dgm:t>
    </dgm:pt>
    <dgm:pt modelId="{CA912C54-E5F2-4B49-BC04-C832C0A6CAFE}" type="sibTrans" cxnId="{4C847CB5-17BA-48C1-AD7D-89C123227429}">
      <dgm:prSet/>
      <dgm:spPr/>
      <dgm:t>
        <a:bodyPr/>
        <a:lstStyle/>
        <a:p>
          <a:endParaRPr lang="en-US"/>
        </a:p>
      </dgm:t>
    </dgm:pt>
    <dgm:pt modelId="{C68DD28B-6C14-45DA-9C28-A50EE80137F3}" type="pres">
      <dgm:prSet presAssocID="{EA8C3B53-163E-4FAE-870E-36C09732E879}" presName="root" presStyleCnt="0">
        <dgm:presLayoutVars>
          <dgm:dir/>
          <dgm:resizeHandles val="exact"/>
        </dgm:presLayoutVars>
      </dgm:prSet>
      <dgm:spPr/>
    </dgm:pt>
    <dgm:pt modelId="{6A1E721A-A50E-4803-A18A-A665FD2D7D13}" type="pres">
      <dgm:prSet presAssocID="{EA8C3B53-163E-4FAE-870E-36C09732E879}" presName="container" presStyleCnt="0">
        <dgm:presLayoutVars>
          <dgm:dir/>
          <dgm:resizeHandles val="exact"/>
        </dgm:presLayoutVars>
      </dgm:prSet>
      <dgm:spPr/>
    </dgm:pt>
    <dgm:pt modelId="{31483938-C15A-4A33-890E-891A68045410}" type="pres">
      <dgm:prSet presAssocID="{8796809F-2F31-4086-8783-1107D7597D38}" presName="compNode" presStyleCnt="0"/>
      <dgm:spPr/>
    </dgm:pt>
    <dgm:pt modelId="{D5AD3DFA-BDDA-4F45-A6E4-0FD8986D4B9C}" type="pres">
      <dgm:prSet presAssocID="{8796809F-2F31-4086-8783-1107D7597D38}" presName="iconBgRect" presStyleLbl="bgShp" presStyleIdx="0" presStyleCnt="6"/>
      <dgm:spPr/>
    </dgm:pt>
    <dgm:pt modelId="{FAFF78DC-19C2-4CA2-A9C6-F67D4D78C164}" type="pres">
      <dgm:prSet presAssocID="{8796809F-2F31-4086-8783-1107D7597D38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01E9CCDC-5CDA-461B-A726-430F6B783E0F}" type="pres">
      <dgm:prSet presAssocID="{8796809F-2F31-4086-8783-1107D7597D38}" presName="spaceRect" presStyleCnt="0"/>
      <dgm:spPr/>
    </dgm:pt>
    <dgm:pt modelId="{364FCF49-2CBF-414B-97C8-198F632115DA}" type="pres">
      <dgm:prSet presAssocID="{8796809F-2F31-4086-8783-1107D7597D38}" presName="textRect" presStyleLbl="revTx" presStyleIdx="0" presStyleCnt="6">
        <dgm:presLayoutVars>
          <dgm:chMax val="1"/>
          <dgm:chPref val="1"/>
        </dgm:presLayoutVars>
      </dgm:prSet>
      <dgm:spPr/>
    </dgm:pt>
    <dgm:pt modelId="{D1EC400B-A14D-4E25-92FC-918B0ABDD605}" type="pres">
      <dgm:prSet presAssocID="{3A598389-DAFA-4AE2-8A10-850BB261B044}" presName="sibTrans" presStyleLbl="sibTrans2D1" presStyleIdx="0" presStyleCnt="0"/>
      <dgm:spPr/>
    </dgm:pt>
    <dgm:pt modelId="{3D666C73-729E-44A1-A70F-34FE69EF13A5}" type="pres">
      <dgm:prSet presAssocID="{A6FA4F76-94DE-483B-AA62-72EA4AB53DFD}" presName="compNode" presStyleCnt="0"/>
      <dgm:spPr/>
    </dgm:pt>
    <dgm:pt modelId="{CBDC0DDB-2A0D-4E92-B83C-1F2F5796E897}" type="pres">
      <dgm:prSet presAssocID="{A6FA4F76-94DE-483B-AA62-72EA4AB53DFD}" presName="iconBgRect" presStyleLbl="bgShp" presStyleIdx="1" presStyleCnt="6"/>
      <dgm:spPr/>
    </dgm:pt>
    <dgm:pt modelId="{18BA1739-2B88-480B-AD02-6675F86F03B7}" type="pres">
      <dgm:prSet presAssocID="{A6FA4F76-94DE-483B-AA62-72EA4AB53DFD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9EB07DA0-2F59-4093-85A3-F03A11E0B712}" type="pres">
      <dgm:prSet presAssocID="{A6FA4F76-94DE-483B-AA62-72EA4AB53DFD}" presName="spaceRect" presStyleCnt="0"/>
      <dgm:spPr/>
    </dgm:pt>
    <dgm:pt modelId="{BDDA3CE0-49F3-42F7-BF74-8BF2E0B24EC2}" type="pres">
      <dgm:prSet presAssocID="{A6FA4F76-94DE-483B-AA62-72EA4AB53DFD}" presName="textRect" presStyleLbl="revTx" presStyleIdx="1" presStyleCnt="6">
        <dgm:presLayoutVars>
          <dgm:chMax val="1"/>
          <dgm:chPref val="1"/>
        </dgm:presLayoutVars>
      </dgm:prSet>
      <dgm:spPr/>
    </dgm:pt>
    <dgm:pt modelId="{611DE52A-1E8E-4810-8DAB-EC5A72CE6926}" type="pres">
      <dgm:prSet presAssocID="{27044231-7462-4C18-8D11-44C215A85216}" presName="sibTrans" presStyleLbl="sibTrans2D1" presStyleIdx="0" presStyleCnt="0"/>
      <dgm:spPr/>
    </dgm:pt>
    <dgm:pt modelId="{6FBE346A-2EA1-46E8-98EF-65F980A07E43}" type="pres">
      <dgm:prSet presAssocID="{EBCA1385-7385-4119-BF9C-49FE876C5DBC}" presName="compNode" presStyleCnt="0"/>
      <dgm:spPr/>
    </dgm:pt>
    <dgm:pt modelId="{A0509110-937B-45C8-A1DB-F15D7538BE14}" type="pres">
      <dgm:prSet presAssocID="{EBCA1385-7385-4119-BF9C-49FE876C5DBC}" presName="iconBgRect" presStyleLbl="bgShp" presStyleIdx="2" presStyleCnt="6"/>
      <dgm:spPr/>
    </dgm:pt>
    <dgm:pt modelId="{9E107701-9A94-4F95-9BD2-02E287BE00B6}" type="pres">
      <dgm:prSet presAssocID="{EBCA1385-7385-4119-BF9C-49FE876C5DBC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A4BD5D6-2A70-43E6-BE56-32F554F780C6}" type="pres">
      <dgm:prSet presAssocID="{EBCA1385-7385-4119-BF9C-49FE876C5DBC}" presName="spaceRect" presStyleCnt="0"/>
      <dgm:spPr/>
    </dgm:pt>
    <dgm:pt modelId="{3D3AEF50-1059-41E5-89CC-90951B65D4E9}" type="pres">
      <dgm:prSet presAssocID="{EBCA1385-7385-4119-BF9C-49FE876C5DBC}" presName="textRect" presStyleLbl="revTx" presStyleIdx="2" presStyleCnt="6">
        <dgm:presLayoutVars>
          <dgm:chMax val="1"/>
          <dgm:chPref val="1"/>
        </dgm:presLayoutVars>
      </dgm:prSet>
      <dgm:spPr/>
    </dgm:pt>
    <dgm:pt modelId="{EC4FAA4B-8377-4533-BDE1-233551EDFC4C}" type="pres">
      <dgm:prSet presAssocID="{5480B446-5781-488E-885A-45C0E012E115}" presName="sibTrans" presStyleLbl="sibTrans2D1" presStyleIdx="0" presStyleCnt="0"/>
      <dgm:spPr/>
    </dgm:pt>
    <dgm:pt modelId="{6C187093-6CA4-4C0C-A72B-3FAD6B461379}" type="pres">
      <dgm:prSet presAssocID="{7C8F0AA0-4EB3-430D-B12C-D6A2B5ED9D98}" presName="compNode" presStyleCnt="0"/>
      <dgm:spPr/>
    </dgm:pt>
    <dgm:pt modelId="{12B10856-97AD-40E6-83C4-160F08866BB4}" type="pres">
      <dgm:prSet presAssocID="{7C8F0AA0-4EB3-430D-B12C-D6A2B5ED9D98}" presName="iconBgRect" presStyleLbl="bgShp" presStyleIdx="3" presStyleCnt="6"/>
      <dgm:spPr/>
    </dgm:pt>
    <dgm:pt modelId="{E0E80002-BF9D-4C7A-818E-4DFBAAB90F38}" type="pres">
      <dgm:prSet presAssocID="{7C8F0AA0-4EB3-430D-B12C-D6A2B5ED9D98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66FB2BF0-57D9-41BB-B4AC-670AD536F370}" type="pres">
      <dgm:prSet presAssocID="{7C8F0AA0-4EB3-430D-B12C-D6A2B5ED9D98}" presName="spaceRect" presStyleCnt="0"/>
      <dgm:spPr/>
    </dgm:pt>
    <dgm:pt modelId="{37E44F25-B515-4E57-9997-0FA1773B46C5}" type="pres">
      <dgm:prSet presAssocID="{7C8F0AA0-4EB3-430D-B12C-D6A2B5ED9D98}" presName="textRect" presStyleLbl="revTx" presStyleIdx="3" presStyleCnt="6">
        <dgm:presLayoutVars>
          <dgm:chMax val="1"/>
          <dgm:chPref val="1"/>
        </dgm:presLayoutVars>
      </dgm:prSet>
      <dgm:spPr/>
    </dgm:pt>
    <dgm:pt modelId="{E0FD6F36-5100-4DE1-A8AD-4BF2087696E5}" type="pres">
      <dgm:prSet presAssocID="{FCC38C36-2E16-4102-B196-380F7516B079}" presName="sibTrans" presStyleLbl="sibTrans2D1" presStyleIdx="0" presStyleCnt="0"/>
      <dgm:spPr/>
    </dgm:pt>
    <dgm:pt modelId="{75557F19-2F21-49D0-AC89-BCFDED581BB6}" type="pres">
      <dgm:prSet presAssocID="{51D6FAED-6E74-4E7C-A520-1A608529166A}" presName="compNode" presStyleCnt="0"/>
      <dgm:spPr/>
    </dgm:pt>
    <dgm:pt modelId="{FA8DF653-3828-416E-9F95-F88EA68F942B}" type="pres">
      <dgm:prSet presAssocID="{51D6FAED-6E74-4E7C-A520-1A608529166A}" presName="iconBgRect" presStyleLbl="bgShp" presStyleIdx="4" presStyleCnt="6"/>
      <dgm:spPr/>
    </dgm:pt>
    <dgm:pt modelId="{5658E476-7510-405F-9C98-DFFEDAEBE62E}" type="pres">
      <dgm:prSet presAssocID="{51D6FAED-6E74-4E7C-A520-1A608529166A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uch"/>
        </a:ext>
      </dgm:extLst>
    </dgm:pt>
    <dgm:pt modelId="{9CD68F50-FEF5-4BA5-9043-D351376C8B63}" type="pres">
      <dgm:prSet presAssocID="{51D6FAED-6E74-4E7C-A520-1A608529166A}" presName="spaceRect" presStyleCnt="0"/>
      <dgm:spPr/>
    </dgm:pt>
    <dgm:pt modelId="{B24B4ABB-09CB-46BC-A9DA-D7CD801F00D1}" type="pres">
      <dgm:prSet presAssocID="{51D6FAED-6E74-4E7C-A520-1A608529166A}" presName="textRect" presStyleLbl="revTx" presStyleIdx="4" presStyleCnt="6">
        <dgm:presLayoutVars>
          <dgm:chMax val="1"/>
          <dgm:chPref val="1"/>
        </dgm:presLayoutVars>
      </dgm:prSet>
      <dgm:spPr/>
    </dgm:pt>
    <dgm:pt modelId="{3FA53C1E-1F72-4B91-98F7-78DC52A70975}" type="pres">
      <dgm:prSet presAssocID="{DE443FD4-1DD5-4909-BB7F-5436A0341E6A}" presName="sibTrans" presStyleLbl="sibTrans2D1" presStyleIdx="0" presStyleCnt="0"/>
      <dgm:spPr/>
    </dgm:pt>
    <dgm:pt modelId="{5A3549C2-B991-41CC-824B-C2323D708B93}" type="pres">
      <dgm:prSet presAssocID="{48C268CE-BDBF-43C2-B828-7B94DFB1DB55}" presName="compNode" presStyleCnt="0"/>
      <dgm:spPr/>
    </dgm:pt>
    <dgm:pt modelId="{000E2006-B95F-4841-833F-8A16CE073CD9}" type="pres">
      <dgm:prSet presAssocID="{48C268CE-BDBF-43C2-B828-7B94DFB1DB55}" presName="iconBgRect" presStyleLbl="bgShp" presStyleIdx="5" presStyleCnt="6"/>
      <dgm:spPr/>
    </dgm:pt>
    <dgm:pt modelId="{BB4438B5-3235-4B28-8700-FCCE755DCCAC}" type="pres">
      <dgm:prSet presAssocID="{48C268CE-BDBF-43C2-B828-7B94DFB1DB55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96DCDE6-FB1C-40DD-AF05-391DE4345C9B}" type="pres">
      <dgm:prSet presAssocID="{48C268CE-BDBF-43C2-B828-7B94DFB1DB55}" presName="spaceRect" presStyleCnt="0"/>
      <dgm:spPr/>
    </dgm:pt>
    <dgm:pt modelId="{74862426-9CBF-4330-B098-9B73BD15AD62}" type="pres">
      <dgm:prSet presAssocID="{48C268CE-BDBF-43C2-B828-7B94DFB1DB5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8F9AF100-81F1-4928-B825-00B3CCEB91EE}" srcId="{EA8C3B53-163E-4FAE-870E-36C09732E879}" destId="{8796809F-2F31-4086-8783-1107D7597D38}" srcOrd="0" destOrd="0" parTransId="{82BC6362-4D3A-4E3B-B1F2-BE36B49B44DC}" sibTransId="{3A598389-DAFA-4AE2-8A10-850BB261B044}"/>
    <dgm:cxn modelId="{D41E6A1B-9943-4B26-A5E6-B5EF5F12F223}" type="presOf" srcId="{EA8C3B53-163E-4FAE-870E-36C09732E879}" destId="{C68DD28B-6C14-45DA-9C28-A50EE80137F3}" srcOrd="0" destOrd="0" presId="urn:microsoft.com/office/officeart/2018/2/layout/IconCircleList"/>
    <dgm:cxn modelId="{6AA59420-4157-4A07-BD6F-FDE4A9376076}" srcId="{EA8C3B53-163E-4FAE-870E-36C09732E879}" destId="{EBCA1385-7385-4119-BF9C-49FE876C5DBC}" srcOrd="2" destOrd="0" parTransId="{B429FE99-0A8A-4BA6-9B71-4B0E4326C69F}" sibTransId="{5480B446-5781-488E-885A-45C0E012E115}"/>
    <dgm:cxn modelId="{45D44F32-5A05-4CD0-B58C-4874228413BF}" type="presOf" srcId="{A6FA4F76-94DE-483B-AA62-72EA4AB53DFD}" destId="{BDDA3CE0-49F3-42F7-BF74-8BF2E0B24EC2}" srcOrd="0" destOrd="0" presId="urn:microsoft.com/office/officeart/2018/2/layout/IconCircleList"/>
    <dgm:cxn modelId="{15A90D38-2364-4889-9992-F4AE0F49726E}" type="presOf" srcId="{48C268CE-BDBF-43C2-B828-7B94DFB1DB55}" destId="{74862426-9CBF-4330-B098-9B73BD15AD62}" srcOrd="0" destOrd="0" presId="urn:microsoft.com/office/officeart/2018/2/layout/IconCircleList"/>
    <dgm:cxn modelId="{74484161-19C6-4200-820C-13079FF78F78}" srcId="{EA8C3B53-163E-4FAE-870E-36C09732E879}" destId="{51D6FAED-6E74-4E7C-A520-1A608529166A}" srcOrd="4" destOrd="0" parTransId="{B728A639-A5EE-4F36-B51D-D1612F90797B}" sibTransId="{DE443FD4-1DD5-4909-BB7F-5436A0341E6A}"/>
    <dgm:cxn modelId="{89193272-169B-4F9B-97E2-EE4140233182}" srcId="{EA8C3B53-163E-4FAE-870E-36C09732E879}" destId="{A6FA4F76-94DE-483B-AA62-72EA4AB53DFD}" srcOrd="1" destOrd="0" parTransId="{5D892C80-A520-4DB9-B513-A05EB29C6987}" sibTransId="{27044231-7462-4C18-8D11-44C215A85216}"/>
    <dgm:cxn modelId="{996AB059-F316-431D-A7D4-C494DD69547A}" srcId="{EA8C3B53-163E-4FAE-870E-36C09732E879}" destId="{7C8F0AA0-4EB3-430D-B12C-D6A2B5ED9D98}" srcOrd="3" destOrd="0" parTransId="{19F4CFF9-41F8-4110-AA0D-D306DC9317C9}" sibTransId="{FCC38C36-2E16-4102-B196-380F7516B079}"/>
    <dgm:cxn modelId="{0C71CC7E-071C-4948-A888-668555F47052}" type="presOf" srcId="{DE443FD4-1DD5-4909-BB7F-5436A0341E6A}" destId="{3FA53C1E-1F72-4B91-98F7-78DC52A70975}" srcOrd="0" destOrd="0" presId="urn:microsoft.com/office/officeart/2018/2/layout/IconCircleList"/>
    <dgm:cxn modelId="{3C92C5A0-590F-4CEF-B0DD-9B43A8D61BAE}" type="presOf" srcId="{FCC38C36-2E16-4102-B196-380F7516B079}" destId="{E0FD6F36-5100-4DE1-A8AD-4BF2087696E5}" srcOrd="0" destOrd="0" presId="urn:microsoft.com/office/officeart/2018/2/layout/IconCircleList"/>
    <dgm:cxn modelId="{682DC6A3-39E0-4355-B6A5-2D79BFE03F59}" type="presOf" srcId="{7C8F0AA0-4EB3-430D-B12C-D6A2B5ED9D98}" destId="{37E44F25-B515-4E57-9997-0FA1773B46C5}" srcOrd="0" destOrd="0" presId="urn:microsoft.com/office/officeart/2018/2/layout/IconCircleList"/>
    <dgm:cxn modelId="{06610AAC-6000-4F19-8134-BE9183A2246D}" type="presOf" srcId="{3A598389-DAFA-4AE2-8A10-850BB261B044}" destId="{D1EC400B-A14D-4E25-92FC-918B0ABDD605}" srcOrd="0" destOrd="0" presId="urn:microsoft.com/office/officeart/2018/2/layout/IconCircleList"/>
    <dgm:cxn modelId="{4C847CB5-17BA-48C1-AD7D-89C123227429}" srcId="{EA8C3B53-163E-4FAE-870E-36C09732E879}" destId="{48C268CE-BDBF-43C2-B828-7B94DFB1DB55}" srcOrd="5" destOrd="0" parTransId="{61543658-AC64-45DE-B3A6-1F0136088F00}" sibTransId="{CA912C54-E5F2-4B49-BC04-C832C0A6CAFE}"/>
    <dgm:cxn modelId="{7A50FFDB-1CF9-49D5-9922-55C6E0E8CDB3}" type="presOf" srcId="{EBCA1385-7385-4119-BF9C-49FE876C5DBC}" destId="{3D3AEF50-1059-41E5-89CC-90951B65D4E9}" srcOrd="0" destOrd="0" presId="urn:microsoft.com/office/officeart/2018/2/layout/IconCircleList"/>
    <dgm:cxn modelId="{762F8DE3-A763-4F23-B6E4-A13979285310}" type="presOf" srcId="{8796809F-2F31-4086-8783-1107D7597D38}" destId="{364FCF49-2CBF-414B-97C8-198F632115DA}" srcOrd="0" destOrd="0" presId="urn:microsoft.com/office/officeart/2018/2/layout/IconCircleList"/>
    <dgm:cxn modelId="{33FF20EE-3302-423F-8ACB-55E36F0362EC}" type="presOf" srcId="{27044231-7462-4C18-8D11-44C215A85216}" destId="{611DE52A-1E8E-4810-8DAB-EC5A72CE6926}" srcOrd="0" destOrd="0" presId="urn:microsoft.com/office/officeart/2018/2/layout/IconCircleList"/>
    <dgm:cxn modelId="{C65E29F8-A619-43F0-9EE8-735973A5A0C6}" type="presOf" srcId="{51D6FAED-6E74-4E7C-A520-1A608529166A}" destId="{B24B4ABB-09CB-46BC-A9DA-D7CD801F00D1}" srcOrd="0" destOrd="0" presId="urn:microsoft.com/office/officeart/2018/2/layout/IconCircleList"/>
    <dgm:cxn modelId="{46E8CAFA-211B-470C-B76F-5E2EC3DD9B65}" type="presOf" srcId="{5480B446-5781-488E-885A-45C0E012E115}" destId="{EC4FAA4B-8377-4533-BDE1-233551EDFC4C}" srcOrd="0" destOrd="0" presId="urn:microsoft.com/office/officeart/2018/2/layout/IconCircleList"/>
    <dgm:cxn modelId="{5CBED1BB-8F51-4394-B9C7-CEF33DB771E8}" type="presParOf" srcId="{C68DD28B-6C14-45DA-9C28-A50EE80137F3}" destId="{6A1E721A-A50E-4803-A18A-A665FD2D7D13}" srcOrd="0" destOrd="0" presId="urn:microsoft.com/office/officeart/2018/2/layout/IconCircleList"/>
    <dgm:cxn modelId="{AE9CE850-32BB-487F-8E22-63E37D013F0C}" type="presParOf" srcId="{6A1E721A-A50E-4803-A18A-A665FD2D7D13}" destId="{31483938-C15A-4A33-890E-891A68045410}" srcOrd="0" destOrd="0" presId="urn:microsoft.com/office/officeart/2018/2/layout/IconCircleList"/>
    <dgm:cxn modelId="{6A0B76BC-33DE-4577-BD5B-22AF81332955}" type="presParOf" srcId="{31483938-C15A-4A33-890E-891A68045410}" destId="{D5AD3DFA-BDDA-4F45-A6E4-0FD8986D4B9C}" srcOrd="0" destOrd="0" presId="urn:microsoft.com/office/officeart/2018/2/layout/IconCircleList"/>
    <dgm:cxn modelId="{6E704CA7-0F4E-429A-ABDE-F8D4C42F5524}" type="presParOf" srcId="{31483938-C15A-4A33-890E-891A68045410}" destId="{FAFF78DC-19C2-4CA2-A9C6-F67D4D78C164}" srcOrd="1" destOrd="0" presId="urn:microsoft.com/office/officeart/2018/2/layout/IconCircleList"/>
    <dgm:cxn modelId="{1A4C807B-FA41-4D3C-B5D0-C7CC10DEA74E}" type="presParOf" srcId="{31483938-C15A-4A33-890E-891A68045410}" destId="{01E9CCDC-5CDA-461B-A726-430F6B783E0F}" srcOrd="2" destOrd="0" presId="urn:microsoft.com/office/officeart/2018/2/layout/IconCircleList"/>
    <dgm:cxn modelId="{D383D347-DC55-47A5-9AB7-66AFADE3FB3C}" type="presParOf" srcId="{31483938-C15A-4A33-890E-891A68045410}" destId="{364FCF49-2CBF-414B-97C8-198F632115DA}" srcOrd="3" destOrd="0" presId="urn:microsoft.com/office/officeart/2018/2/layout/IconCircleList"/>
    <dgm:cxn modelId="{A8375AFB-E23B-45A1-A11A-42E9A4D08A8B}" type="presParOf" srcId="{6A1E721A-A50E-4803-A18A-A665FD2D7D13}" destId="{D1EC400B-A14D-4E25-92FC-918B0ABDD605}" srcOrd="1" destOrd="0" presId="urn:microsoft.com/office/officeart/2018/2/layout/IconCircleList"/>
    <dgm:cxn modelId="{808CD580-85EB-4C6D-8D67-B3AAC882BA55}" type="presParOf" srcId="{6A1E721A-A50E-4803-A18A-A665FD2D7D13}" destId="{3D666C73-729E-44A1-A70F-34FE69EF13A5}" srcOrd="2" destOrd="0" presId="urn:microsoft.com/office/officeart/2018/2/layout/IconCircleList"/>
    <dgm:cxn modelId="{5E0CECED-1E16-4403-BAF2-C7FAE8AC367C}" type="presParOf" srcId="{3D666C73-729E-44A1-A70F-34FE69EF13A5}" destId="{CBDC0DDB-2A0D-4E92-B83C-1F2F5796E897}" srcOrd="0" destOrd="0" presId="urn:microsoft.com/office/officeart/2018/2/layout/IconCircleList"/>
    <dgm:cxn modelId="{0E87B7A3-D300-483B-9047-0650D4F9DFA9}" type="presParOf" srcId="{3D666C73-729E-44A1-A70F-34FE69EF13A5}" destId="{18BA1739-2B88-480B-AD02-6675F86F03B7}" srcOrd="1" destOrd="0" presId="urn:microsoft.com/office/officeart/2018/2/layout/IconCircleList"/>
    <dgm:cxn modelId="{AF7FB856-EA92-444B-801E-987FBC04A0A9}" type="presParOf" srcId="{3D666C73-729E-44A1-A70F-34FE69EF13A5}" destId="{9EB07DA0-2F59-4093-85A3-F03A11E0B712}" srcOrd="2" destOrd="0" presId="urn:microsoft.com/office/officeart/2018/2/layout/IconCircleList"/>
    <dgm:cxn modelId="{3FED1FE7-ED39-4ECF-81D4-105329FC4A07}" type="presParOf" srcId="{3D666C73-729E-44A1-A70F-34FE69EF13A5}" destId="{BDDA3CE0-49F3-42F7-BF74-8BF2E0B24EC2}" srcOrd="3" destOrd="0" presId="urn:microsoft.com/office/officeart/2018/2/layout/IconCircleList"/>
    <dgm:cxn modelId="{453B8862-E6E5-4DAE-BB7A-5DFA97014000}" type="presParOf" srcId="{6A1E721A-A50E-4803-A18A-A665FD2D7D13}" destId="{611DE52A-1E8E-4810-8DAB-EC5A72CE6926}" srcOrd="3" destOrd="0" presId="urn:microsoft.com/office/officeart/2018/2/layout/IconCircleList"/>
    <dgm:cxn modelId="{7EC2C731-9C9D-4731-8BBB-D93E916033D7}" type="presParOf" srcId="{6A1E721A-A50E-4803-A18A-A665FD2D7D13}" destId="{6FBE346A-2EA1-46E8-98EF-65F980A07E43}" srcOrd="4" destOrd="0" presId="urn:microsoft.com/office/officeart/2018/2/layout/IconCircleList"/>
    <dgm:cxn modelId="{60A02E94-C687-4456-842F-487A8790A05F}" type="presParOf" srcId="{6FBE346A-2EA1-46E8-98EF-65F980A07E43}" destId="{A0509110-937B-45C8-A1DB-F15D7538BE14}" srcOrd="0" destOrd="0" presId="urn:microsoft.com/office/officeart/2018/2/layout/IconCircleList"/>
    <dgm:cxn modelId="{6AF73B62-E262-4030-A26D-1841D88117A0}" type="presParOf" srcId="{6FBE346A-2EA1-46E8-98EF-65F980A07E43}" destId="{9E107701-9A94-4F95-9BD2-02E287BE00B6}" srcOrd="1" destOrd="0" presId="urn:microsoft.com/office/officeart/2018/2/layout/IconCircleList"/>
    <dgm:cxn modelId="{24148769-BF49-475A-82AC-F559E646D7D2}" type="presParOf" srcId="{6FBE346A-2EA1-46E8-98EF-65F980A07E43}" destId="{FA4BD5D6-2A70-43E6-BE56-32F554F780C6}" srcOrd="2" destOrd="0" presId="urn:microsoft.com/office/officeart/2018/2/layout/IconCircleList"/>
    <dgm:cxn modelId="{3BFCA632-9EC7-4877-BA58-B5BEB4BCFC3C}" type="presParOf" srcId="{6FBE346A-2EA1-46E8-98EF-65F980A07E43}" destId="{3D3AEF50-1059-41E5-89CC-90951B65D4E9}" srcOrd="3" destOrd="0" presId="urn:microsoft.com/office/officeart/2018/2/layout/IconCircleList"/>
    <dgm:cxn modelId="{15016738-B88E-455B-AC33-DC7977252C31}" type="presParOf" srcId="{6A1E721A-A50E-4803-A18A-A665FD2D7D13}" destId="{EC4FAA4B-8377-4533-BDE1-233551EDFC4C}" srcOrd="5" destOrd="0" presId="urn:microsoft.com/office/officeart/2018/2/layout/IconCircleList"/>
    <dgm:cxn modelId="{F4B51844-1826-45A9-BC6E-85EF4FDC0C24}" type="presParOf" srcId="{6A1E721A-A50E-4803-A18A-A665FD2D7D13}" destId="{6C187093-6CA4-4C0C-A72B-3FAD6B461379}" srcOrd="6" destOrd="0" presId="urn:microsoft.com/office/officeart/2018/2/layout/IconCircleList"/>
    <dgm:cxn modelId="{5C0A5E45-8D13-4FCC-89BC-11F3EF0F6DAB}" type="presParOf" srcId="{6C187093-6CA4-4C0C-A72B-3FAD6B461379}" destId="{12B10856-97AD-40E6-83C4-160F08866BB4}" srcOrd="0" destOrd="0" presId="urn:microsoft.com/office/officeart/2018/2/layout/IconCircleList"/>
    <dgm:cxn modelId="{C052854E-B2EB-4679-B286-453C806D1C79}" type="presParOf" srcId="{6C187093-6CA4-4C0C-A72B-3FAD6B461379}" destId="{E0E80002-BF9D-4C7A-818E-4DFBAAB90F38}" srcOrd="1" destOrd="0" presId="urn:microsoft.com/office/officeart/2018/2/layout/IconCircleList"/>
    <dgm:cxn modelId="{34F6E42A-CD69-4323-98BC-C53BB6CBA7FA}" type="presParOf" srcId="{6C187093-6CA4-4C0C-A72B-3FAD6B461379}" destId="{66FB2BF0-57D9-41BB-B4AC-670AD536F370}" srcOrd="2" destOrd="0" presId="urn:microsoft.com/office/officeart/2018/2/layout/IconCircleList"/>
    <dgm:cxn modelId="{815B08F5-3A52-4FD2-8F39-57BCC1CC8AA1}" type="presParOf" srcId="{6C187093-6CA4-4C0C-A72B-3FAD6B461379}" destId="{37E44F25-B515-4E57-9997-0FA1773B46C5}" srcOrd="3" destOrd="0" presId="urn:microsoft.com/office/officeart/2018/2/layout/IconCircleList"/>
    <dgm:cxn modelId="{1CE20D77-F7C9-4A03-AB0C-CE713908F371}" type="presParOf" srcId="{6A1E721A-A50E-4803-A18A-A665FD2D7D13}" destId="{E0FD6F36-5100-4DE1-A8AD-4BF2087696E5}" srcOrd="7" destOrd="0" presId="urn:microsoft.com/office/officeart/2018/2/layout/IconCircleList"/>
    <dgm:cxn modelId="{3244B57B-A660-4EA3-B1B5-1695C56979E9}" type="presParOf" srcId="{6A1E721A-A50E-4803-A18A-A665FD2D7D13}" destId="{75557F19-2F21-49D0-AC89-BCFDED581BB6}" srcOrd="8" destOrd="0" presId="urn:microsoft.com/office/officeart/2018/2/layout/IconCircleList"/>
    <dgm:cxn modelId="{420989BD-0FEB-4D8B-855D-F9EAA5B59B82}" type="presParOf" srcId="{75557F19-2F21-49D0-AC89-BCFDED581BB6}" destId="{FA8DF653-3828-416E-9F95-F88EA68F942B}" srcOrd="0" destOrd="0" presId="urn:microsoft.com/office/officeart/2018/2/layout/IconCircleList"/>
    <dgm:cxn modelId="{8B28A877-AC0D-4603-BDB3-5E4FF195464E}" type="presParOf" srcId="{75557F19-2F21-49D0-AC89-BCFDED581BB6}" destId="{5658E476-7510-405F-9C98-DFFEDAEBE62E}" srcOrd="1" destOrd="0" presId="urn:microsoft.com/office/officeart/2018/2/layout/IconCircleList"/>
    <dgm:cxn modelId="{FB920FAB-8D52-4B3F-B3BC-7AB5C9B85DD6}" type="presParOf" srcId="{75557F19-2F21-49D0-AC89-BCFDED581BB6}" destId="{9CD68F50-FEF5-4BA5-9043-D351376C8B63}" srcOrd="2" destOrd="0" presId="urn:microsoft.com/office/officeart/2018/2/layout/IconCircleList"/>
    <dgm:cxn modelId="{054133FC-5CF7-48FD-ABA3-760F0789AE34}" type="presParOf" srcId="{75557F19-2F21-49D0-AC89-BCFDED581BB6}" destId="{B24B4ABB-09CB-46BC-A9DA-D7CD801F00D1}" srcOrd="3" destOrd="0" presId="urn:microsoft.com/office/officeart/2018/2/layout/IconCircleList"/>
    <dgm:cxn modelId="{B74078CE-6AFA-450B-847C-DB9DE4889B0A}" type="presParOf" srcId="{6A1E721A-A50E-4803-A18A-A665FD2D7D13}" destId="{3FA53C1E-1F72-4B91-98F7-78DC52A70975}" srcOrd="9" destOrd="0" presId="urn:microsoft.com/office/officeart/2018/2/layout/IconCircleList"/>
    <dgm:cxn modelId="{6BC94749-60DC-4FF0-A46A-34A5BFDCD2AD}" type="presParOf" srcId="{6A1E721A-A50E-4803-A18A-A665FD2D7D13}" destId="{5A3549C2-B991-41CC-824B-C2323D708B93}" srcOrd="10" destOrd="0" presId="urn:microsoft.com/office/officeart/2018/2/layout/IconCircleList"/>
    <dgm:cxn modelId="{32CBDF29-FB4D-4FFE-93B4-2B99185BA2DF}" type="presParOf" srcId="{5A3549C2-B991-41CC-824B-C2323D708B93}" destId="{000E2006-B95F-4841-833F-8A16CE073CD9}" srcOrd="0" destOrd="0" presId="urn:microsoft.com/office/officeart/2018/2/layout/IconCircleList"/>
    <dgm:cxn modelId="{0EDCBB8F-1D16-45E5-8B74-F7CD2778523D}" type="presParOf" srcId="{5A3549C2-B991-41CC-824B-C2323D708B93}" destId="{BB4438B5-3235-4B28-8700-FCCE755DCCAC}" srcOrd="1" destOrd="0" presId="urn:microsoft.com/office/officeart/2018/2/layout/IconCircleList"/>
    <dgm:cxn modelId="{E98291A9-F799-419A-A1B6-9B643D5823E3}" type="presParOf" srcId="{5A3549C2-B991-41CC-824B-C2323D708B93}" destId="{E96DCDE6-FB1C-40DD-AF05-391DE4345C9B}" srcOrd="2" destOrd="0" presId="urn:microsoft.com/office/officeart/2018/2/layout/IconCircleList"/>
    <dgm:cxn modelId="{D92210F9-CE78-4FAC-9C2C-F88BED1B5328}" type="presParOf" srcId="{5A3549C2-B991-41CC-824B-C2323D708B93}" destId="{74862426-9CBF-4330-B098-9B73BD15AD6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978075-16BC-44CB-80F4-C302381F7BC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6C0F220-A87B-4409-8FDE-5ECCD3FB55AD}">
      <dgm:prSet/>
      <dgm:spPr/>
      <dgm:t>
        <a:bodyPr/>
        <a:lstStyle/>
        <a:p>
          <a:r>
            <a:rPr lang="en-US"/>
            <a:t>- Register/Login with username and password</a:t>
          </a:r>
        </a:p>
      </dgm:t>
    </dgm:pt>
    <dgm:pt modelId="{B5E3DAD2-0325-4B6C-A4CA-6CC51681F3B3}" type="parTrans" cxnId="{9A9E31E3-FE45-4433-AEFA-680B99D37AAD}">
      <dgm:prSet/>
      <dgm:spPr/>
      <dgm:t>
        <a:bodyPr/>
        <a:lstStyle/>
        <a:p>
          <a:endParaRPr lang="en-US"/>
        </a:p>
      </dgm:t>
    </dgm:pt>
    <dgm:pt modelId="{5740991D-4A59-4F39-A9A7-EBD98D8877DA}" type="sibTrans" cxnId="{9A9E31E3-FE45-4433-AEFA-680B99D37AAD}">
      <dgm:prSet/>
      <dgm:spPr/>
      <dgm:t>
        <a:bodyPr/>
        <a:lstStyle/>
        <a:p>
          <a:endParaRPr lang="en-US"/>
        </a:p>
      </dgm:t>
    </dgm:pt>
    <dgm:pt modelId="{15F42A63-A119-4D26-94A1-D1C34C70618A}">
      <dgm:prSet/>
      <dgm:spPr/>
      <dgm:t>
        <a:bodyPr/>
        <a:lstStyle/>
        <a:p>
          <a:r>
            <a:rPr lang="en-US"/>
            <a:t>- View list of available events</a:t>
          </a:r>
          <a:r>
            <a:rPr lang="en-IN"/>
            <a:t> with time and price</a:t>
          </a:r>
          <a:endParaRPr lang="en-US"/>
        </a:p>
      </dgm:t>
    </dgm:pt>
    <dgm:pt modelId="{B268E1CA-470E-4BCC-A1D4-B8B59A75DE65}" type="parTrans" cxnId="{83B3B458-7263-45E9-90B0-16953D9EFD61}">
      <dgm:prSet/>
      <dgm:spPr/>
      <dgm:t>
        <a:bodyPr/>
        <a:lstStyle/>
        <a:p>
          <a:endParaRPr lang="en-US"/>
        </a:p>
      </dgm:t>
    </dgm:pt>
    <dgm:pt modelId="{0DF5BA7C-FBBA-4F8A-96F9-6C4E1064983E}" type="sibTrans" cxnId="{83B3B458-7263-45E9-90B0-16953D9EFD61}">
      <dgm:prSet/>
      <dgm:spPr/>
      <dgm:t>
        <a:bodyPr/>
        <a:lstStyle/>
        <a:p>
          <a:endParaRPr lang="en-US"/>
        </a:p>
      </dgm:t>
    </dgm:pt>
    <dgm:pt modelId="{B41D3017-458C-499D-80CF-BBB785C9EE83}">
      <dgm:prSet/>
      <dgm:spPr/>
      <dgm:t>
        <a:bodyPr/>
        <a:lstStyle/>
        <a:p>
          <a:r>
            <a:rPr lang="en-US"/>
            <a:t>- Book specific seats from seat map</a:t>
          </a:r>
        </a:p>
      </dgm:t>
    </dgm:pt>
    <dgm:pt modelId="{1221722F-5F42-4170-BF29-58F0B68844A8}" type="parTrans" cxnId="{07154F6D-D3B6-40E5-8C05-5E5364A09E6B}">
      <dgm:prSet/>
      <dgm:spPr/>
      <dgm:t>
        <a:bodyPr/>
        <a:lstStyle/>
        <a:p>
          <a:endParaRPr lang="en-US"/>
        </a:p>
      </dgm:t>
    </dgm:pt>
    <dgm:pt modelId="{46761199-FE0A-477A-AC62-5DB266BD2684}" type="sibTrans" cxnId="{07154F6D-D3B6-40E5-8C05-5E5364A09E6B}">
      <dgm:prSet/>
      <dgm:spPr/>
      <dgm:t>
        <a:bodyPr/>
        <a:lstStyle/>
        <a:p>
          <a:endParaRPr lang="en-US"/>
        </a:p>
      </dgm:t>
    </dgm:pt>
    <dgm:pt modelId="{C8AB2808-E970-4EA8-A974-934F91AA0F86}">
      <dgm:prSet/>
      <dgm:spPr/>
      <dgm:t>
        <a:bodyPr/>
        <a:lstStyle/>
        <a:p>
          <a:r>
            <a:rPr lang="en-US"/>
            <a:t>- View all your past bookings</a:t>
          </a:r>
        </a:p>
      </dgm:t>
    </dgm:pt>
    <dgm:pt modelId="{5A6B8993-938C-4F31-86D5-18D641B531BC}" type="parTrans" cxnId="{06E13E9B-6398-4ACF-9F0B-EA5261D7DFAA}">
      <dgm:prSet/>
      <dgm:spPr/>
      <dgm:t>
        <a:bodyPr/>
        <a:lstStyle/>
        <a:p>
          <a:endParaRPr lang="en-US"/>
        </a:p>
      </dgm:t>
    </dgm:pt>
    <dgm:pt modelId="{256F32BA-2322-4661-8FD5-A8616B55187B}" type="sibTrans" cxnId="{06E13E9B-6398-4ACF-9F0B-EA5261D7DFAA}">
      <dgm:prSet/>
      <dgm:spPr/>
      <dgm:t>
        <a:bodyPr/>
        <a:lstStyle/>
        <a:p>
          <a:endParaRPr lang="en-US"/>
        </a:p>
      </dgm:t>
    </dgm:pt>
    <dgm:pt modelId="{D8C3D436-95C9-45D4-8064-DC6D791F9399}">
      <dgm:prSet/>
      <dgm:spPr/>
      <dgm:t>
        <a:bodyPr/>
        <a:lstStyle/>
        <a:p>
          <a:r>
            <a:rPr lang="en-US"/>
            <a:t>- Save/Load data using file handling (users.txt, bookings.txt)</a:t>
          </a:r>
        </a:p>
      </dgm:t>
    </dgm:pt>
    <dgm:pt modelId="{AA0937DF-C715-46BC-B42E-884211F15461}" type="parTrans" cxnId="{C724DDEE-4334-4889-BC84-C28C4DD865FA}">
      <dgm:prSet/>
      <dgm:spPr/>
      <dgm:t>
        <a:bodyPr/>
        <a:lstStyle/>
        <a:p>
          <a:endParaRPr lang="en-US"/>
        </a:p>
      </dgm:t>
    </dgm:pt>
    <dgm:pt modelId="{9E599FC4-D978-4632-A4EC-FF27B19A591F}" type="sibTrans" cxnId="{C724DDEE-4334-4889-BC84-C28C4DD865FA}">
      <dgm:prSet/>
      <dgm:spPr/>
      <dgm:t>
        <a:bodyPr/>
        <a:lstStyle/>
        <a:p>
          <a:endParaRPr lang="en-US"/>
        </a:p>
      </dgm:t>
    </dgm:pt>
    <dgm:pt modelId="{325EF4A3-28DC-4C69-A3B9-6DF1D88EF032}" type="pres">
      <dgm:prSet presAssocID="{03978075-16BC-44CB-80F4-C302381F7BCA}" presName="vert0" presStyleCnt="0">
        <dgm:presLayoutVars>
          <dgm:dir/>
          <dgm:animOne val="branch"/>
          <dgm:animLvl val="lvl"/>
        </dgm:presLayoutVars>
      </dgm:prSet>
      <dgm:spPr/>
    </dgm:pt>
    <dgm:pt modelId="{47683AAF-77B2-4C1D-AF94-057CE8BEFB1D}" type="pres">
      <dgm:prSet presAssocID="{F6C0F220-A87B-4409-8FDE-5ECCD3FB55AD}" presName="thickLine" presStyleLbl="alignNode1" presStyleIdx="0" presStyleCnt="5"/>
      <dgm:spPr/>
    </dgm:pt>
    <dgm:pt modelId="{50C48F22-CF26-4A78-A519-29CA303FE374}" type="pres">
      <dgm:prSet presAssocID="{F6C0F220-A87B-4409-8FDE-5ECCD3FB55AD}" presName="horz1" presStyleCnt="0"/>
      <dgm:spPr/>
    </dgm:pt>
    <dgm:pt modelId="{83E9EF6D-AC2C-4FE7-85EF-7431C8A3450E}" type="pres">
      <dgm:prSet presAssocID="{F6C0F220-A87B-4409-8FDE-5ECCD3FB55AD}" presName="tx1" presStyleLbl="revTx" presStyleIdx="0" presStyleCnt="5"/>
      <dgm:spPr/>
    </dgm:pt>
    <dgm:pt modelId="{A37BD0B8-F30B-456C-AF8D-28010A91ED02}" type="pres">
      <dgm:prSet presAssocID="{F6C0F220-A87B-4409-8FDE-5ECCD3FB55AD}" presName="vert1" presStyleCnt="0"/>
      <dgm:spPr/>
    </dgm:pt>
    <dgm:pt modelId="{CCD5C2B8-B6D4-492A-85FC-8B6B7A2E9126}" type="pres">
      <dgm:prSet presAssocID="{15F42A63-A119-4D26-94A1-D1C34C70618A}" presName="thickLine" presStyleLbl="alignNode1" presStyleIdx="1" presStyleCnt="5"/>
      <dgm:spPr/>
    </dgm:pt>
    <dgm:pt modelId="{2E347F4B-C413-4400-8C44-DA958CAE0769}" type="pres">
      <dgm:prSet presAssocID="{15F42A63-A119-4D26-94A1-D1C34C70618A}" presName="horz1" presStyleCnt="0"/>
      <dgm:spPr/>
    </dgm:pt>
    <dgm:pt modelId="{A299787B-3CF7-4B97-91A4-78853B43FB76}" type="pres">
      <dgm:prSet presAssocID="{15F42A63-A119-4D26-94A1-D1C34C70618A}" presName="tx1" presStyleLbl="revTx" presStyleIdx="1" presStyleCnt="5"/>
      <dgm:spPr/>
    </dgm:pt>
    <dgm:pt modelId="{D4F6A5FC-8EC6-4EFC-B161-1B7D399CE596}" type="pres">
      <dgm:prSet presAssocID="{15F42A63-A119-4D26-94A1-D1C34C70618A}" presName="vert1" presStyleCnt="0"/>
      <dgm:spPr/>
    </dgm:pt>
    <dgm:pt modelId="{4256B8E6-2FBD-4F47-B8E2-34B7AA98C80A}" type="pres">
      <dgm:prSet presAssocID="{B41D3017-458C-499D-80CF-BBB785C9EE83}" presName="thickLine" presStyleLbl="alignNode1" presStyleIdx="2" presStyleCnt="5"/>
      <dgm:spPr/>
    </dgm:pt>
    <dgm:pt modelId="{4CFE54DB-02E2-4CF4-B9EF-2DA11048D6D9}" type="pres">
      <dgm:prSet presAssocID="{B41D3017-458C-499D-80CF-BBB785C9EE83}" presName="horz1" presStyleCnt="0"/>
      <dgm:spPr/>
    </dgm:pt>
    <dgm:pt modelId="{ADC7785F-A745-4240-8DB0-5BA588BFC00E}" type="pres">
      <dgm:prSet presAssocID="{B41D3017-458C-499D-80CF-BBB785C9EE83}" presName="tx1" presStyleLbl="revTx" presStyleIdx="2" presStyleCnt="5"/>
      <dgm:spPr/>
    </dgm:pt>
    <dgm:pt modelId="{2070DBAB-2C0D-4B7E-BAA9-CB2981768CC4}" type="pres">
      <dgm:prSet presAssocID="{B41D3017-458C-499D-80CF-BBB785C9EE83}" presName="vert1" presStyleCnt="0"/>
      <dgm:spPr/>
    </dgm:pt>
    <dgm:pt modelId="{588A57CC-8A76-4306-A94D-FFB29E8DDC08}" type="pres">
      <dgm:prSet presAssocID="{C8AB2808-E970-4EA8-A974-934F91AA0F86}" presName="thickLine" presStyleLbl="alignNode1" presStyleIdx="3" presStyleCnt="5"/>
      <dgm:spPr/>
    </dgm:pt>
    <dgm:pt modelId="{E04F00B8-EA10-4F08-ABF5-8AF87F91EE62}" type="pres">
      <dgm:prSet presAssocID="{C8AB2808-E970-4EA8-A974-934F91AA0F86}" presName="horz1" presStyleCnt="0"/>
      <dgm:spPr/>
    </dgm:pt>
    <dgm:pt modelId="{924948E5-1C69-469B-B4BA-980FEC3FA736}" type="pres">
      <dgm:prSet presAssocID="{C8AB2808-E970-4EA8-A974-934F91AA0F86}" presName="tx1" presStyleLbl="revTx" presStyleIdx="3" presStyleCnt="5"/>
      <dgm:spPr/>
    </dgm:pt>
    <dgm:pt modelId="{C04BD2CB-C883-4E2B-801F-85C9BB9758BA}" type="pres">
      <dgm:prSet presAssocID="{C8AB2808-E970-4EA8-A974-934F91AA0F86}" presName="vert1" presStyleCnt="0"/>
      <dgm:spPr/>
    </dgm:pt>
    <dgm:pt modelId="{4C4C8704-1707-43F8-82BB-33CB5BC4CC2D}" type="pres">
      <dgm:prSet presAssocID="{D8C3D436-95C9-45D4-8064-DC6D791F9399}" presName="thickLine" presStyleLbl="alignNode1" presStyleIdx="4" presStyleCnt="5"/>
      <dgm:spPr/>
    </dgm:pt>
    <dgm:pt modelId="{A6D3F81F-B392-4FD5-8C89-0522C3D0AC6B}" type="pres">
      <dgm:prSet presAssocID="{D8C3D436-95C9-45D4-8064-DC6D791F9399}" presName="horz1" presStyleCnt="0"/>
      <dgm:spPr/>
    </dgm:pt>
    <dgm:pt modelId="{2DED0F05-CDCF-40C7-939D-DCE12F3BD7DD}" type="pres">
      <dgm:prSet presAssocID="{D8C3D436-95C9-45D4-8064-DC6D791F9399}" presName="tx1" presStyleLbl="revTx" presStyleIdx="4" presStyleCnt="5"/>
      <dgm:spPr/>
    </dgm:pt>
    <dgm:pt modelId="{5E087902-577D-4CF9-AD85-62C2E34AF631}" type="pres">
      <dgm:prSet presAssocID="{D8C3D436-95C9-45D4-8064-DC6D791F9399}" presName="vert1" presStyleCnt="0"/>
      <dgm:spPr/>
    </dgm:pt>
  </dgm:ptLst>
  <dgm:cxnLst>
    <dgm:cxn modelId="{BDD98F0E-7E65-4143-8298-BFFB45ED2143}" type="presOf" srcId="{D8C3D436-95C9-45D4-8064-DC6D791F9399}" destId="{2DED0F05-CDCF-40C7-939D-DCE12F3BD7DD}" srcOrd="0" destOrd="0" presId="urn:microsoft.com/office/officeart/2008/layout/LinedList"/>
    <dgm:cxn modelId="{577B7868-38A9-42CA-855D-316F640B3E60}" type="presOf" srcId="{15F42A63-A119-4D26-94A1-D1C34C70618A}" destId="{A299787B-3CF7-4B97-91A4-78853B43FB76}" srcOrd="0" destOrd="0" presId="urn:microsoft.com/office/officeart/2008/layout/LinedList"/>
    <dgm:cxn modelId="{E6B95868-7345-4056-AB52-D28C0BD7B26A}" type="presOf" srcId="{03978075-16BC-44CB-80F4-C302381F7BCA}" destId="{325EF4A3-28DC-4C69-A3B9-6DF1D88EF032}" srcOrd="0" destOrd="0" presId="urn:microsoft.com/office/officeart/2008/layout/LinedList"/>
    <dgm:cxn modelId="{07154F6D-D3B6-40E5-8C05-5E5364A09E6B}" srcId="{03978075-16BC-44CB-80F4-C302381F7BCA}" destId="{B41D3017-458C-499D-80CF-BBB785C9EE83}" srcOrd="2" destOrd="0" parTransId="{1221722F-5F42-4170-BF29-58F0B68844A8}" sibTransId="{46761199-FE0A-477A-AC62-5DB266BD2684}"/>
    <dgm:cxn modelId="{83B3B458-7263-45E9-90B0-16953D9EFD61}" srcId="{03978075-16BC-44CB-80F4-C302381F7BCA}" destId="{15F42A63-A119-4D26-94A1-D1C34C70618A}" srcOrd="1" destOrd="0" parTransId="{B268E1CA-470E-4BCC-A1D4-B8B59A75DE65}" sibTransId="{0DF5BA7C-FBBA-4F8A-96F9-6C4E1064983E}"/>
    <dgm:cxn modelId="{06E13E9B-6398-4ACF-9F0B-EA5261D7DFAA}" srcId="{03978075-16BC-44CB-80F4-C302381F7BCA}" destId="{C8AB2808-E970-4EA8-A974-934F91AA0F86}" srcOrd="3" destOrd="0" parTransId="{5A6B8993-938C-4F31-86D5-18D641B531BC}" sibTransId="{256F32BA-2322-4661-8FD5-A8616B55187B}"/>
    <dgm:cxn modelId="{4AC090B8-6985-466D-BF0E-BA7F9F8D1C83}" type="presOf" srcId="{C8AB2808-E970-4EA8-A974-934F91AA0F86}" destId="{924948E5-1C69-469B-B4BA-980FEC3FA736}" srcOrd="0" destOrd="0" presId="urn:microsoft.com/office/officeart/2008/layout/LinedList"/>
    <dgm:cxn modelId="{3B5307CB-983E-406B-9CF9-19F8B0E8BD14}" type="presOf" srcId="{F6C0F220-A87B-4409-8FDE-5ECCD3FB55AD}" destId="{83E9EF6D-AC2C-4FE7-85EF-7431C8A3450E}" srcOrd="0" destOrd="0" presId="urn:microsoft.com/office/officeart/2008/layout/LinedList"/>
    <dgm:cxn modelId="{8E2105E1-1EEB-4279-96B1-AC56739FEB7F}" type="presOf" srcId="{B41D3017-458C-499D-80CF-BBB785C9EE83}" destId="{ADC7785F-A745-4240-8DB0-5BA588BFC00E}" srcOrd="0" destOrd="0" presId="urn:microsoft.com/office/officeart/2008/layout/LinedList"/>
    <dgm:cxn modelId="{9A9E31E3-FE45-4433-AEFA-680B99D37AAD}" srcId="{03978075-16BC-44CB-80F4-C302381F7BCA}" destId="{F6C0F220-A87B-4409-8FDE-5ECCD3FB55AD}" srcOrd="0" destOrd="0" parTransId="{B5E3DAD2-0325-4B6C-A4CA-6CC51681F3B3}" sibTransId="{5740991D-4A59-4F39-A9A7-EBD98D8877DA}"/>
    <dgm:cxn modelId="{C724DDEE-4334-4889-BC84-C28C4DD865FA}" srcId="{03978075-16BC-44CB-80F4-C302381F7BCA}" destId="{D8C3D436-95C9-45D4-8064-DC6D791F9399}" srcOrd="4" destOrd="0" parTransId="{AA0937DF-C715-46BC-B42E-884211F15461}" sibTransId="{9E599FC4-D978-4632-A4EC-FF27B19A591F}"/>
    <dgm:cxn modelId="{93EFA79D-D92B-4FBA-BD36-8B9828B2E7CB}" type="presParOf" srcId="{325EF4A3-28DC-4C69-A3B9-6DF1D88EF032}" destId="{47683AAF-77B2-4C1D-AF94-057CE8BEFB1D}" srcOrd="0" destOrd="0" presId="urn:microsoft.com/office/officeart/2008/layout/LinedList"/>
    <dgm:cxn modelId="{BF0DD7D6-E354-4A78-9C24-97DE1842213F}" type="presParOf" srcId="{325EF4A3-28DC-4C69-A3B9-6DF1D88EF032}" destId="{50C48F22-CF26-4A78-A519-29CA303FE374}" srcOrd="1" destOrd="0" presId="urn:microsoft.com/office/officeart/2008/layout/LinedList"/>
    <dgm:cxn modelId="{935B0ED9-0BFF-49C6-AC7D-64EE50E0C0D3}" type="presParOf" srcId="{50C48F22-CF26-4A78-A519-29CA303FE374}" destId="{83E9EF6D-AC2C-4FE7-85EF-7431C8A3450E}" srcOrd="0" destOrd="0" presId="urn:microsoft.com/office/officeart/2008/layout/LinedList"/>
    <dgm:cxn modelId="{6D61CC8C-B885-4F54-9CAB-60BE73E87FFE}" type="presParOf" srcId="{50C48F22-CF26-4A78-A519-29CA303FE374}" destId="{A37BD0B8-F30B-456C-AF8D-28010A91ED02}" srcOrd="1" destOrd="0" presId="urn:microsoft.com/office/officeart/2008/layout/LinedList"/>
    <dgm:cxn modelId="{EBCE6ADB-E9F2-4123-9CEF-7E70EB684BE6}" type="presParOf" srcId="{325EF4A3-28DC-4C69-A3B9-6DF1D88EF032}" destId="{CCD5C2B8-B6D4-492A-85FC-8B6B7A2E9126}" srcOrd="2" destOrd="0" presId="urn:microsoft.com/office/officeart/2008/layout/LinedList"/>
    <dgm:cxn modelId="{5D351F97-679C-4CF8-9603-9F1F1D26CA7B}" type="presParOf" srcId="{325EF4A3-28DC-4C69-A3B9-6DF1D88EF032}" destId="{2E347F4B-C413-4400-8C44-DA958CAE0769}" srcOrd="3" destOrd="0" presId="urn:microsoft.com/office/officeart/2008/layout/LinedList"/>
    <dgm:cxn modelId="{B30598ED-7216-452B-8531-758A7AABBBB3}" type="presParOf" srcId="{2E347F4B-C413-4400-8C44-DA958CAE0769}" destId="{A299787B-3CF7-4B97-91A4-78853B43FB76}" srcOrd="0" destOrd="0" presId="urn:microsoft.com/office/officeart/2008/layout/LinedList"/>
    <dgm:cxn modelId="{7984CA16-6221-4272-A70C-A890546A8A3A}" type="presParOf" srcId="{2E347F4B-C413-4400-8C44-DA958CAE0769}" destId="{D4F6A5FC-8EC6-4EFC-B161-1B7D399CE596}" srcOrd="1" destOrd="0" presId="urn:microsoft.com/office/officeart/2008/layout/LinedList"/>
    <dgm:cxn modelId="{C4346AFA-C9C6-418D-9E96-C5B0A47EB43D}" type="presParOf" srcId="{325EF4A3-28DC-4C69-A3B9-6DF1D88EF032}" destId="{4256B8E6-2FBD-4F47-B8E2-34B7AA98C80A}" srcOrd="4" destOrd="0" presId="urn:microsoft.com/office/officeart/2008/layout/LinedList"/>
    <dgm:cxn modelId="{BBFF405F-C4E5-45D0-AFEA-B74328B10EBD}" type="presParOf" srcId="{325EF4A3-28DC-4C69-A3B9-6DF1D88EF032}" destId="{4CFE54DB-02E2-4CF4-B9EF-2DA11048D6D9}" srcOrd="5" destOrd="0" presId="urn:microsoft.com/office/officeart/2008/layout/LinedList"/>
    <dgm:cxn modelId="{78F2C5EA-F242-4F27-8485-52772AB03646}" type="presParOf" srcId="{4CFE54DB-02E2-4CF4-B9EF-2DA11048D6D9}" destId="{ADC7785F-A745-4240-8DB0-5BA588BFC00E}" srcOrd="0" destOrd="0" presId="urn:microsoft.com/office/officeart/2008/layout/LinedList"/>
    <dgm:cxn modelId="{48EECD2E-60E6-4C24-90A5-D32FE0725BBD}" type="presParOf" srcId="{4CFE54DB-02E2-4CF4-B9EF-2DA11048D6D9}" destId="{2070DBAB-2C0D-4B7E-BAA9-CB2981768CC4}" srcOrd="1" destOrd="0" presId="urn:microsoft.com/office/officeart/2008/layout/LinedList"/>
    <dgm:cxn modelId="{FB5C71FC-8DB9-45EA-A921-A7309DEC03DB}" type="presParOf" srcId="{325EF4A3-28DC-4C69-A3B9-6DF1D88EF032}" destId="{588A57CC-8A76-4306-A94D-FFB29E8DDC08}" srcOrd="6" destOrd="0" presId="urn:microsoft.com/office/officeart/2008/layout/LinedList"/>
    <dgm:cxn modelId="{114A0ECE-B3B9-446E-84E9-C67C7457EA32}" type="presParOf" srcId="{325EF4A3-28DC-4C69-A3B9-6DF1D88EF032}" destId="{E04F00B8-EA10-4F08-ABF5-8AF87F91EE62}" srcOrd="7" destOrd="0" presId="urn:microsoft.com/office/officeart/2008/layout/LinedList"/>
    <dgm:cxn modelId="{A132E38D-BD72-4FEA-874F-CE134DB5FB72}" type="presParOf" srcId="{E04F00B8-EA10-4F08-ABF5-8AF87F91EE62}" destId="{924948E5-1C69-469B-B4BA-980FEC3FA736}" srcOrd="0" destOrd="0" presId="urn:microsoft.com/office/officeart/2008/layout/LinedList"/>
    <dgm:cxn modelId="{9EC8133C-D161-4AFD-9FA2-C50A9D2388F2}" type="presParOf" srcId="{E04F00B8-EA10-4F08-ABF5-8AF87F91EE62}" destId="{C04BD2CB-C883-4E2B-801F-85C9BB9758BA}" srcOrd="1" destOrd="0" presId="urn:microsoft.com/office/officeart/2008/layout/LinedList"/>
    <dgm:cxn modelId="{11CC6994-9599-4124-9F29-EE0C38F429A0}" type="presParOf" srcId="{325EF4A3-28DC-4C69-A3B9-6DF1D88EF032}" destId="{4C4C8704-1707-43F8-82BB-33CB5BC4CC2D}" srcOrd="8" destOrd="0" presId="urn:microsoft.com/office/officeart/2008/layout/LinedList"/>
    <dgm:cxn modelId="{A0CF4BB4-D823-46BE-BED9-651B99F7AA6B}" type="presParOf" srcId="{325EF4A3-28DC-4C69-A3B9-6DF1D88EF032}" destId="{A6D3F81F-B392-4FD5-8C89-0522C3D0AC6B}" srcOrd="9" destOrd="0" presId="urn:microsoft.com/office/officeart/2008/layout/LinedList"/>
    <dgm:cxn modelId="{087A47C6-D7E9-46CE-BAE2-345A7518433D}" type="presParOf" srcId="{A6D3F81F-B392-4FD5-8C89-0522C3D0AC6B}" destId="{2DED0F05-CDCF-40C7-939D-DCE12F3BD7DD}" srcOrd="0" destOrd="0" presId="urn:microsoft.com/office/officeart/2008/layout/LinedList"/>
    <dgm:cxn modelId="{A491C18D-182F-40C0-8C3A-251073D08E10}" type="presParOf" srcId="{A6D3F81F-B392-4FD5-8C89-0522C3D0AC6B}" destId="{5E087902-577D-4CF9-AD85-62C2E34AF63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92120C-A5C4-4294-A2BB-D09D0E50828A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2386C1-30E1-400D-B1C5-B22B678C5040}">
      <dgm:prSet/>
      <dgm:spPr/>
      <dgm:t>
        <a:bodyPr/>
        <a:lstStyle/>
        <a:p>
          <a:pPr>
            <a:defRPr cap="all"/>
          </a:pPr>
          <a:r>
            <a:rPr lang="en-US"/>
            <a:t>- Data Structures:</a:t>
          </a:r>
        </a:p>
      </dgm:t>
    </dgm:pt>
    <dgm:pt modelId="{D3725C65-E342-4813-A8E6-94EEA3B5CC6D}" type="parTrans" cxnId="{82B2448A-84A8-492B-88CE-5C53DE8F8C1C}">
      <dgm:prSet/>
      <dgm:spPr/>
      <dgm:t>
        <a:bodyPr/>
        <a:lstStyle/>
        <a:p>
          <a:endParaRPr lang="en-US"/>
        </a:p>
      </dgm:t>
    </dgm:pt>
    <dgm:pt modelId="{99D69E68-6D2A-4400-BF23-BBF45FF71CB9}" type="sibTrans" cxnId="{82B2448A-84A8-492B-88CE-5C53DE8F8C1C}">
      <dgm:prSet/>
      <dgm:spPr/>
      <dgm:t>
        <a:bodyPr/>
        <a:lstStyle/>
        <a:p>
          <a:endParaRPr lang="en-US"/>
        </a:p>
      </dgm:t>
    </dgm:pt>
    <dgm:pt modelId="{4B3D3D0E-3AC4-4F22-9501-9CF4E099D29E}">
      <dgm:prSet/>
      <dgm:spPr/>
      <dgm:t>
        <a:bodyPr/>
        <a:lstStyle/>
        <a:p>
          <a:pPr>
            <a:defRPr cap="all"/>
          </a:pPr>
          <a:r>
            <a:rPr lang="en-US"/>
            <a:t>- User – Stores username/password</a:t>
          </a:r>
        </a:p>
      </dgm:t>
    </dgm:pt>
    <dgm:pt modelId="{38170A8A-2E6B-4D54-A252-BDCFB1FE3B3A}" type="parTrans" cxnId="{0C453983-54D8-4DE2-B138-6227EEA5DE63}">
      <dgm:prSet/>
      <dgm:spPr/>
      <dgm:t>
        <a:bodyPr/>
        <a:lstStyle/>
        <a:p>
          <a:endParaRPr lang="en-US"/>
        </a:p>
      </dgm:t>
    </dgm:pt>
    <dgm:pt modelId="{7EC06FEF-E5CA-4B83-A796-92C355A020DF}" type="sibTrans" cxnId="{0C453983-54D8-4DE2-B138-6227EEA5DE63}">
      <dgm:prSet/>
      <dgm:spPr/>
      <dgm:t>
        <a:bodyPr/>
        <a:lstStyle/>
        <a:p>
          <a:endParaRPr lang="en-US"/>
        </a:p>
      </dgm:t>
    </dgm:pt>
    <dgm:pt modelId="{3527B6A8-889B-4467-9D64-74ABE7E45CBF}">
      <dgm:prSet/>
      <dgm:spPr/>
      <dgm:t>
        <a:bodyPr/>
        <a:lstStyle/>
        <a:p>
          <a:pPr>
            <a:defRPr cap="all"/>
          </a:pPr>
          <a:r>
            <a:rPr lang="en-US"/>
            <a:t>- Event – Contains name, time, price, and seat map</a:t>
          </a:r>
        </a:p>
      </dgm:t>
    </dgm:pt>
    <dgm:pt modelId="{3F3032C4-BD79-414A-B909-00E8DB212D1D}" type="parTrans" cxnId="{51D27314-94E6-4C36-B959-C7976E694854}">
      <dgm:prSet/>
      <dgm:spPr/>
      <dgm:t>
        <a:bodyPr/>
        <a:lstStyle/>
        <a:p>
          <a:endParaRPr lang="en-US"/>
        </a:p>
      </dgm:t>
    </dgm:pt>
    <dgm:pt modelId="{20B867CD-37DB-4DE7-86DD-060778E67AE0}" type="sibTrans" cxnId="{51D27314-94E6-4C36-B959-C7976E694854}">
      <dgm:prSet/>
      <dgm:spPr/>
      <dgm:t>
        <a:bodyPr/>
        <a:lstStyle/>
        <a:p>
          <a:endParaRPr lang="en-US"/>
        </a:p>
      </dgm:t>
    </dgm:pt>
    <dgm:pt modelId="{9F40C213-3EDF-4316-ADFE-16872C3314BE}">
      <dgm:prSet/>
      <dgm:spPr/>
      <dgm:t>
        <a:bodyPr/>
        <a:lstStyle/>
        <a:p>
          <a:pPr>
            <a:defRPr cap="all"/>
          </a:pPr>
          <a:r>
            <a:rPr lang="en-US"/>
            <a:t>- Booking – Holds booking info per user</a:t>
          </a:r>
        </a:p>
      </dgm:t>
    </dgm:pt>
    <dgm:pt modelId="{D10C26EE-F770-4B45-96B4-A742F615DE3B}" type="parTrans" cxnId="{C7AE4187-2733-4891-960F-F513A287275B}">
      <dgm:prSet/>
      <dgm:spPr/>
      <dgm:t>
        <a:bodyPr/>
        <a:lstStyle/>
        <a:p>
          <a:endParaRPr lang="en-US"/>
        </a:p>
      </dgm:t>
    </dgm:pt>
    <dgm:pt modelId="{980B9A4A-B515-404F-BE98-D5D40BD4EF80}" type="sibTrans" cxnId="{C7AE4187-2733-4891-960F-F513A287275B}">
      <dgm:prSet/>
      <dgm:spPr/>
      <dgm:t>
        <a:bodyPr/>
        <a:lstStyle/>
        <a:p>
          <a:endParaRPr lang="en-US"/>
        </a:p>
      </dgm:t>
    </dgm:pt>
    <dgm:pt modelId="{5A9306FE-ECA5-42B6-9AAF-2F042F3809D9}" type="pres">
      <dgm:prSet presAssocID="{5C92120C-A5C4-4294-A2BB-D09D0E50828A}" presName="vert0" presStyleCnt="0">
        <dgm:presLayoutVars>
          <dgm:dir/>
          <dgm:animOne val="branch"/>
          <dgm:animLvl val="lvl"/>
        </dgm:presLayoutVars>
      </dgm:prSet>
      <dgm:spPr/>
    </dgm:pt>
    <dgm:pt modelId="{0CD50A07-26BD-4D07-A4E6-7D85C334E286}" type="pres">
      <dgm:prSet presAssocID="{A82386C1-30E1-400D-B1C5-B22B678C5040}" presName="thickLine" presStyleLbl="alignNode1" presStyleIdx="0" presStyleCnt="4"/>
      <dgm:spPr/>
    </dgm:pt>
    <dgm:pt modelId="{7D1EE44C-0259-4AA4-90D6-6E24E450DBCC}" type="pres">
      <dgm:prSet presAssocID="{A82386C1-30E1-400D-B1C5-B22B678C5040}" presName="horz1" presStyleCnt="0"/>
      <dgm:spPr/>
    </dgm:pt>
    <dgm:pt modelId="{CAB5A761-75BF-4A05-A2A1-F295EE3D27D2}" type="pres">
      <dgm:prSet presAssocID="{A82386C1-30E1-400D-B1C5-B22B678C5040}" presName="tx1" presStyleLbl="revTx" presStyleIdx="0" presStyleCnt="4"/>
      <dgm:spPr/>
    </dgm:pt>
    <dgm:pt modelId="{EDCD46FA-D997-4719-B4B5-30965229E0F1}" type="pres">
      <dgm:prSet presAssocID="{A82386C1-30E1-400D-B1C5-B22B678C5040}" presName="vert1" presStyleCnt="0"/>
      <dgm:spPr/>
    </dgm:pt>
    <dgm:pt modelId="{87075047-36E4-4FBB-BB19-51AC2BBC56BF}" type="pres">
      <dgm:prSet presAssocID="{4B3D3D0E-3AC4-4F22-9501-9CF4E099D29E}" presName="thickLine" presStyleLbl="alignNode1" presStyleIdx="1" presStyleCnt="4"/>
      <dgm:spPr/>
    </dgm:pt>
    <dgm:pt modelId="{BB1F8634-01C3-49DF-A9D2-127840716FB7}" type="pres">
      <dgm:prSet presAssocID="{4B3D3D0E-3AC4-4F22-9501-9CF4E099D29E}" presName="horz1" presStyleCnt="0"/>
      <dgm:spPr/>
    </dgm:pt>
    <dgm:pt modelId="{0B96A11E-5F72-40AC-9E59-E7A61739ADDB}" type="pres">
      <dgm:prSet presAssocID="{4B3D3D0E-3AC4-4F22-9501-9CF4E099D29E}" presName="tx1" presStyleLbl="revTx" presStyleIdx="1" presStyleCnt="4"/>
      <dgm:spPr/>
    </dgm:pt>
    <dgm:pt modelId="{D828AAEA-8716-440E-A74B-74BC56CE0E3D}" type="pres">
      <dgm:prSet presAssocID="{4B3D3D0E-3AC4-4F22-9501-9CF4E099D29E}" presName="vert1" presStyleCnt="0"/>
      <dgm:spPr/>
    </dgm:pt>
    <dgm:pt modelId="{B7F0067A-C6A8-4213-B0A3-00FA8045C79E}" type="pres">
      <dgm:prSet presAssocID="{3527B6A8-889B-4467-9D64-74ABE7E45CBF}" presName="thickLine" presStyleLbl="alignNode1" presStyleIdx="2" presStyleCnt="4"/>
      <dgm:spPr/>
    </dgm:pt>
    <dgm:pt modelId="{E268581C-5A63-4847-8CD8-1118A51D0EFB}" type="pres">
      <dgm:prSet presAssocID="{3527B6A8-889B-4467-9D64-74ABE7E45CBF}" presName="horz1" presStyleCnt="0"/>
      <dgm:spPr/>
    </dgm:pt>
    <dgm:pt modelId="{DFC419D9-D8EE-4324-BB75-EAC1DEA7716A}" type="pres">
      <dgm:prSet presAssocID="{3527B6A8-889B-4467-9D64-74ABE7E45CBF}" presName="tx1" presStyleLbl="revTx" presStyleIdx="2" presStyleCnt="4"/>
      <dgm:spPr/>
    </dgm:pt>
    <dgm:pt modelId="{BB5A29D5-4F0C-4358-BA67-4FCA5EC154E0}" type="pres">
      <dgm:prSet presAssocID="{3527B6A8-889B-4467-9D64-74ABE7E45CBF}" presName="vert1" presStyleCnt="0"/>
      <dgm:spPr/>
    </dgm:pt>
    <dgm:pt modelId="{27B75C3C-4140-401B-8AF1-73221E6CE3D1}" type="pres">
      <dgm:prSet presAssocID="{9F40C213-3EDF-4316-ADFE-16872C3314BE}" presName="thickLine" presStyleLbl="alignNode1" presStyleIdx="3" presStyleCnt="4"/>
      <dgm:spPr/>
    </dgm:pt>
    <dgm:pt modelId="{46D941CC-6149-40C7-8C50-FE9239EFAF6E}" type="pres">
      <dgm:prSet presAssocID="{9F40C213-3EDF-4316-ADFE-16872C3314BE}" presName="horz1" presStyleCnt="0"/>
      <dgm:spPr/>
    </dgm:pt>
    <dgm:pt modelId="{066461AB-C6FE-47E9-8B80-74E51E1DABDD}" type="pres">
      <dgm:prSet presAssocID="{9F40C213-3EDF-4316-ADFE-16872C3314BE}" presName="tx1" presStyleLbl="revTx" presStyleIdx="3" presStyleCnt="4"/>
      <dgm:spPr/>
    </dgm:pt>
    <dgm:pt modelId="{DFF4D3E7-7F18-4D82-B24C-78C860367F63}" type="pres">
      <dgm:prSet presAssocID="{9F40C213-3EDF-4316-ADFE-16872C3314BE}" presName="vert1" presStyleCnt="0"/>
      <dgm:spPr/>
    </dgm:pt>
  </dgm:ptLst>
  <dgm:cxnLst>
    <dgm:cxn modelId="{51D27314-94E6-4C36-B959-C7976E694854}" srcId="{5C92120C-A5C4-4294-A2BB-D09D0E50828A}" destId="{3527B6A8-889B-4467-9D64-74ABE7E45CBF}" srcOrd="2" destOrd="0" parTransId="{3F3032C4-BD79-414A-B909-00E8DB212D1D}" sibTransId="{20B867CD-37DB-4DE7-86DD-060778E67AE0}"/>
    <dgm:cxn modelId="{8B583A27-D047-46FC-B20E-9521CC728D7A}" type="presOf" srcId="{A82386C1-30E1-400D-B1C5-B22B678C5040}" destId="{CAB5A761-75BF-4A05-A2A1-F295EE3D27D2}" srcOrd="0" destOrd="0" presId="urn:microsoft.com/office/officeart/2008/layout/LinedList"/>
    <dgm:cxn modelId="{CAD61A7C-EA44-442F-80F4-C5ACDE7F1D77}" type="presOf" srcId="{3527B6A8-889B-4467-9D64-74ABE7E45CBF}" destId="{DFC419D9-D8EE-4324-BB75-EAC1DEA7716A}" srcOrd="0" destOrd="0" presId="urn:microsoft.com/office/officeart/2008/layout/LinedList"/>
    <dgm:cxn modelId="{241C9D7D-A870-44E7-969B-B0DC0C9F1FEE}" type="presOf" srcId="{4B3D3D0E-3AC4-4F22-9501-9CF4E099D29E}" destId="{0B96A11E-5F72-40AC-9E59-E7A61739ADDB}" srcOrd="0" destOrd="0" presId="urn:microsoft.com/office/officeart/2008/layout/LinedList"/>
    <dgm:cxn modelId="{0C453983-54D8-4DE2-B138-6227EEA5DE63}" srcId="{5C92120C-A5C4-4294-A2BB-D09D0E50828A}" destId="{4B3D3D0E-3AC4-4F22-9501-9CF4E099D29E}" srcOrd="1" destOrd="0" parTransId="{38170A8A-2E6B-4D54-A252-BDCFB1FE3B3A}" sibTransId="{7EC06FEF-E5CA-4B83-A796-92C355A020DF}"/>
    <dgm:cxn modelId="{C7AE4187-2733-4891-960F-F513A287275B}" srcId="{5C92120C-A5C4-4294-A2BB-D09D0E50828A}" destId="{9F40C213-3EDF-4316-ADFE-16872C3314BE}" srcOrd="3" destOrd="0" parTransId="{D10C26EE-F770-4B45-96B4-A742F615DE3B}" sibTransId="{980B9A4A-B515-404F-BE98-D5D40BD4EF80}"/>
    <dgm:cxn modelId="{82B2448A-84A8-492B-88CE-5C53DE8F8C1C}" srcId="{5C92120C-A5C4-4294-A2BB-D09D0E50828A}" destId="{A82386C1-30E1-400D-B1C5-B22B678C5040}" srcOrd="0" destOrd="0" parTransId="{D3725C65-E342-4813-A8E6-94EEA3B5CC6D}" sibTransId="{99D69E68-6D2A-4400-BF23-BBF45FF71CB9}"/>
    <dgm:cxn modelId="{92D4D3E4-CE51-4FBD-A946-612828CCC4C5}" type="presOf" srcId="{5C92120C-A5C4-4294-A2BB-D09D0E50828A}" destId="{5A9306FE-ECA5-42B6-9AAF-2F042F3809D9}" srcOrd="0" destOrd="0" presId="urn:microsoft.com/office/officeart/2008/layout/LinedList"/>
    <dgm:cxn modelId="{097EF0F7-FE84-4276-9E15-30F37E34D149}" type="presOf" srcId="{9F40C213-3EDF-4316-ADFE-16872C3314BE}" destId="{066461AB-C6FE-47E9-8B80-74E51E1DABDD}" srcOrd="0" destOrd="0" presId="urn:microsoft.com/office/officeart/2008/layout/LinedList"/>
    <dgm:cxn modelId="{3AB8004B-68B1-42E5-BFFD-8F283CB2C8BE}" type="presParOf" srcId="{5A9306FE-ECA5-42B6-9AAF-2F042F3809D9}" destId="{0CD50A07-26BD-4D07-A4E6-7D85C334E286}" srcOrd="0" destOrd="0" presId="urn:microsoft.com/office/officeart/2008/layout/LinedList"/>
    <dgm:cxn modelId="{70EA8FA2-7A6E-4908-8AE8-7E65C2768CDD}" type="presParOf" srcId="{5A9306FE-ECA5-42B6-9AAF-2F042F3809D9}" destId="{7D1EE44C-0259-4AA4-90D6-6E24E450DBCC}" srcOrd="1" destOrd="0" presId="urn:microsoft.com/office/officeart/2008/layout/LinedList"/>
    <dgm:cxn modelId="{DDB76A46-3420-48F8-AEA0-DDB3B809E48E}" type="presParOf" srcId="{7D1EE44C-0259-4AA4-90D6-6E24E450DBCC}" destId="{CAB5A761-75BF-4A05-A2A1-F295EE3D27D2}" srcOrd="0" destOrd="0" presId="urn:microsoft.com/office/officeart/2008/layout/LinedList"/>
    <dgm:cxn modelId="{B16F3A3D-BE32-4CF3-88C7-7404CC74225E}" type="presParOf" srcId="{7D1EE44C-0259-4AA4-90D6-6E24E450DBCC}" destId="{EDCD46FA-D997-4719-B4B5-30965229E0F1}" srcOrd="1" destOrd="0" presId="urn:microsoft.com/office/officeart/2008/layout/LinedList"/>
    <dgm:cxn modelId="{23A9DF35-1656-4DF8-9C37-1E37DF0E1C32}" type="presParOf" srcId="{5A9306FE-ECA5-42B6-9AAF-2F042F3809D9}" destId="{87075047-36E4-4FBB-BB19-51AC2BBC56BF}" srcOrd="2" destOrd="0" presId="urn:microsoft.com/office/officeart/2008/layout/LinedList"/>
    <dgm:cxn modelId="{C4B7F30F-EDDD-4847-B518-4673C62AC211}" type="presParOf" srcId="{5A9306FE-ECA5-42B6-9AAF-2F042F3809D9}" destId="{BB1F8634-01C3-49DF-A9D2-127840716FB7}" srcOrd="3" destOrd="0" presId="urn:microsoft.com/office/officeart/2008/layout/LinedList"/>
    <dgm:cxn modelId="{9D50E5DF-B57E-4038-86D5-F65EC8A9A78E}" type="presParOf" srcId="{BB1F8634-01C3-49DF-A9D2-127840716FB7}" destId="{0B96A11E-5F72-40AC-9E59-E7A61739ADDB}" srcOrd="0" destOrd="0" presId="urn:microsoft.com/office/officeart/2008/layout/LinedList"/>
    <dgm:cxn modelId="{F709A222-2B10-4ACD-85AB-5F0ED7E17EB6}" type="presParOf" srcId="{BB1F8634-01C3-49DF-A9D2-127840716FB7}" destId="{D828AAEA-8716-440E-A74B-74BC56CE0E3D}" srcOrd="1" destOrd="0" presId="urn:microsoft.com/office/officeart/2008/layout/LinedList"/>
    <dgm:cxn modelId="{3221344C-9672-49F6-8F06-5EC97C5678E2}" type="presParOf" srcId="{5A9306FE-ECA5-42B6-9AAF-2F042F3809D9}" destId="{B7F0067A-C6A8-4213-B0A3-00FA8045C79E}" srcOrd="4" destOrd="0" presId="urn:microsoft.com/office/officeart/2008/layout/LinedList"/>
    <dgm:cxn modelId="{64E0A5D9-2C99-4249-A846-8C56264F202C}" type="presParOf" srcId="{5A9306FE-ECA5-42B6-9AAF-2F042F3809D9}" destId="{E268581C-5A63-4847-8CD8-1118A51D0EFB}" srcOrd="5" destOrd="0" presId="urn:microsoft.com/office/officeart/2008/layout/LinedList"/>
    <dgm:cxn modelId="{57CB73D1-6D90-4A91-AB25-F3DB15B56408}" type="presParOf" srcId="{E268581C-5A63-4847-8CD8-1118A51D0EFB}" destId="{DFC419D9-D8EE-4324-BB75-EAC1DEA7716A}" srcOrd="0" destOrd="0" presId="urn:microsoft.com/office/officeart/2008/layout/LinedList"/>
    <dgm:cxn modelId="{3E15290C-B874-4DF1-A868-74391500FBEC}" type="presParOf" srcId="{E268581C-5A63-4847-8CD8-1118A51D0EFB}" destId="{BB5A29D5-4F0C-4358-BA67-4FCA5EC154E0}" srcOrd="1" destOrd="0" presId="urn:microsoft.com/office/officeart/2008/layout/LinedList"/>
    <dgm:cxn modelId="{510D734D-D128-4E5F-AE79-8D1711CF183F}" type="presParOf" srcId="{5A9306FE-ECA5-42B6-9AAF-2F042F3809D9}" destId="{27B75C3C-4140-401B-8AF1-73221E6CE3D1}" srcOrd="6" destOrd="0" presId="urn:microsoft.com/office/officeart/2008/layout/LinedList"/>
    <dgm:cxn modelId="{BB78A28C-F369-43EE-BF6A-048322FB5D3C}" type="presParOf" srcId="{5A9306FE-ECA5-42B6-9AAF-2F042F3809D9}" destId="{46D941CC-6149-40C7-8C50-FE9239EFAF6E}" srcOrd="7" destOrd="0" presId="urn:microsoft.com/office/officeart/2008/layout/LinedList"/>
    <dgm:cxn modelId="{E89D89EC-6B84-4702-AFA5-8B51014440FF}" type="presParOf" srcId="{46D941CC-6149-40C7-8C50-FE9239EFAF6E}" destId="{066461AB-C6FE-47E9-8B80-74E51E1DABDD}" srcOrd="0" destOrd="0" presId="urn:microsoft.com/office/officeart/2008/layout/LinedList"/>
    <dgm:cxn modelId="{A86FCBC2-16B6-401B-AD7C-715C7EE3E1A6}" type="presParOf" srcId="{46D941CC-6149-40C7-8C50-FE9239EFAF6E}" destId="{DFF4D3E7-7F18-4D82-B24C-78C860367F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83B09F-9431-4157-8FE7-F7833ADDECDA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D4AF296-BC70-4B6A-B359-FA0F983A4E62}">
      <dgm:prSet/>
      <dgm:spPr/>
      <dgm:t>
        <a:bodyPr/>
        <a:lstStyle/>
        <a:p>
          <a:r>
            <a:rPr lang="en-US"/>
            <a:t>- Files Used:</a:t>
          </a:r>
        </a:p>
      </dgm:t>
    </dgm:pt>
    <dgm:pt modelId="{178CF857-88A2-4FE0-8248-02B43D1A10B1}" type="parTrans" cxnId="{0A158EEF-62B6-4C86-8C31-EFCAC3DDB9CF}">
      <dgm:prSet/>
      <dgm:spPr/>
      <dgm:t>
        <a:bodyPr/>
        <a:lstStyle/>
        <a:p>
          <a:endParaRPr lang="en-US"/>
        </a:p>
      </dgm:t>
    </dgm:pt>
    <dgm:pt modelId="{80FF7100-5316-4ABF-8D3C-7BAAD8E6DDB3}" type="sibTrans" cxnId="{0A158EEF-62B6-4C86-8C31-EFCAC3DDB9CF}">
      <dgm:prSet/>
      <dgm:spPr/>
      <dgm:t>
        <a:bodyPr/>
        <a:lstStyle/>
        <a:p>
          <a:endParaRPr lang="en-US"/>
        </a:p>
      </dgm:t>
    </dgm:pt>
    <dgm:pt modelId="{D7E1C33F-9311-4C10-B565-5EEF02CF45FB}">
      <dgm:prSet/>
      <dgm:spPr/>
      <dgm:t>
        <a:bodyPr/>
        <a:lstStyle/>
        <a:p>
          <a:r>
            <a:rPr lang="en-US"/>
            <a:t>- users.txt – For storing registered users</a:t>
          </a:r>
        </a:p>
      </dgm:t>
    </dgm:pt>
    <dgm:pt modelId="{637086D1-1988-4A6A-8101-8CBA687D3D45}" type="parTrans" cxnId="{B71BD14E-93C7-4464-854D-D54DF78BA5E2}">
      <dgm:prSet/>
      <dgm:spPr/>
      <dgm:t>
        <a:bodyPr/>
        <a:lstStyle/>
        <a:p>
          <a:endParaRPr lang="en-US"/>
        </a:p>
      </dgm:t>
    </dgm:pt>
    <dgm:pt modelId="{34227578-AD2B-4023-A2D2-FE8E0CA8F3A2}" type="sibTrans" cxnId="{B71BD14E-93C7-4464-854D-D54DF78BA5E2}">
      <dgm:prSet/>
      <dgm:spPr/>
      <dgm:t>
        <a:bodyPr/>
        <a:lstStyle/>
        <a:p>
          <a:endParaRPr lang="en-US"/>
        </a:p>
      </dgm:t>
    </dgm:pt>
    <dgm:pt modelId="{A4279E1A-FCC7-4DCD-AF32-22FDE20BFD12}">
      <dgm:prSet/>
      <dgm:spPr/>
      <dgm:t>
        <a:bodyPr/>
        <a:lstStyle/>
        <a:p>
          <a:r>
            <a:rPr lang="en-US"/>
            <a:t>- bookings.txt – For formatted ticket records</a:t>
          </a:r>
        </a:p>
      </dgm:t>
    </dgm:pt>
    <dgm:pt modelId="{CB01FA4D-40E2-42ED-BF11-6DFB8095CE87}" type="parTrans" cxnId="{1D5E2A75-3788-42EE-A933-E68A6544161A}">
      <dgm:prSet/>
      <dgm:spPr/>
      <dgm:t>
        <a:bodyPr/>
        <a:lstStyle/>
        <a:p>
          <a:endParaRPr lang="en-US"/>
        </a:p>
      </dgm:t>
    </dgm:pt>
    <dgm:pt modelId="{D3191A0D-EEB4-4D2A-A720-FF219320C99E}" type="sibTrans" cxnId="{1D5E2A75-3788-42EE-A933-E68A6544161A}">
      <dgm:prSet/>
      <dgm:spPr/>
      <dgm:t>
        <a:bodyPr/>
        <a:lstStyle/>
        <a:p>
          <a:endParaRPr lang="en-US"/>
        </a:p>
      </dgm:t>
    </dgm:pt>
    <dgm:pt modelId="{1F44D320-5EEF-467B-B2A2-D106CDDC839D}">
      <dgm:prSet/>
      <dgm:spPr/>
      <dgm:t>
        <a:bodyPr/>
        <a:lstStyle/>
        <a:p>
          <a:r>
            <a:rPr lang="en-US"/>
            <a:t>- Functions:</a:t>
          </a:r>
        </a:p>
      </dgm:t>
    </dgm:pt>
    <dgm:pt modelId="{AFAFDDCB-0B29-43AD-BFE1-CAAAF232B5E3}" type="parTrans" cxnId="{F29B049A-DA2A-4E65-A31A-09CB151A1B59}">
      <dgm:prSet/>
      <dgm:spPr/>
      <dgm:t>
        <a:bodyPr/>
        <a:lstStyle/>
        <a:p>
          <a:endParaRPr lang="en-US"/>
        </a:p>
      </dgm:t>
    </dgm:pt>
    <dgm:pt modelId="{05AA42A1-E5CA-45A0-92A2-98CB600D0FB2}" type="sibTrans" cxnId="{F29B049A-DA2A-4E65-A31A-09CB151A1B59}">
      <dgm:prSet/>
      <dgm:spPr/>
      <dgm:t>
        <a:bodyPr/>
        <a:lstStyle/>
        <a:p>
          <a:endParaRPr lang="en-US"/>
        </a:p>
      </dgm:t>
    </dgm:pt>
    <dgm:pt modelId="{04C49B7F-4DAD-41B8-86CE-DF78E8D3AE16}">
      <dgm:prSet/>
      <dgm:spPr/>
      <dgm:t>
        <a:bodyPr/>
        <a:lstStyle/>
        <a:p>
          <a:r>
            <a:rPr lang="en-US"/>
            <a:t>- save_users() / load_users()</a:t>
          </a:r>
        </a:p>
      </dgm:t>
    </dgm:pt>
    <dgm:pt modelId="{2C64C2C1-619D-434A-B31F-B124657D9793}" type="parTrans" cxnId="{0F4A617B-15E4-440F-A853-43D3FD0D4A76}">
      <dgm:prSet/>
      <dgm:spPr/>
      <dgm:t>
        <a:bodyPr/>
        <a:lstStyle/>
        <a:p>
          <a:endParaRPr lang="en-US"/>
        </a:p>
      </dgm:t>
    </dgm:pt>
    <dgm:pt modelId="{3134A3D2-4A0F-4FB0-BE6A-192FDF90949C}" type="sibTrans" cxnId="{0F4A617B-15E4-440F-A853-43D3FD0D4A76}">
      <dgm:prSet/>
      <dgm:spPr/>
      <dgm:t>
        <a:bodyPr/>
        <a:lstStyle/>
        <a:p>
          <a:endParaRPr lang="en-US"/>
        </a:p>
      </dgm:t>
    </dgm:pt>
    <dgm:pt modelId="{5E9C6A48-B8CE-4DE0-AAB3-8E6DC99A0623}">
      <dgm:prSet/>
      <dgm:spPr/>
      <dgm:t>
        <a:bodyPr/>
        <a:lstStyle/>
        <a:p>
          <a:r>
            <a:rPr lang="en-US"/>
            <a:t>- save_bookings() / load_bookings()</a:t>
          </a:r>
        </a:p>
      </dgm:t>
    </dgm:pt>
    <dgm:pt modelId="{707D846A-B885-4926-9936-ECC469E3614A}" type="parTrans" cxnId="{E5F4C4B7-773A-4E97-8963-7A0DD26311B1}">
      <dgm:prSet/>
      <dgm:spPr/>
      <dgm:t>
        <a:bodyPr/>
        <a:lstStyle/>
        <a:p>
          <a:endParaRPr lang="en-US"/>
        </a:p>
      </dgm:t>
    </dgm:pt>
    <dgm:pt modelId="{33F2DF48-EC84-4D06-8C8F-EA2E01A1912D}" type="sibTrans" cxnId="{E5F4C4B7-773A-4E97-8963-7A0DD26311B1}">
      <dgm:prSet/>
      <dgm:spPr/>
      <dgm:t>
        <a:bodyPr/>
        <a:lstStyle/>
        <a:p>
          <a:endParaRPr lang="en-US"/>
        </a:p>
      </dgm:t>
    </dgm:pt>
    <dgm:pt modelId="{58D2CBF2-B9F2-4BF3-9566-282DB2978E03}" type="pres">
      <dgm:prSet presAssocID="{C783B09F-9431-4157-8FE7-F7833ADDECDA}" presName="vert0" presStyleCnt="0">
        <dgm:presLayoutVars>
          <dgm:dir/>
          <dgm:animOne val="branch"/>
          <dgm:animLvl val="lvl"/>
        </dgm:presLayoutVars>
      </dgm:prSet>
      <dgm:spPr/>
    </dgm:pt>
    <dgm:pt modelId="{14F92738-29C5-4230-9669-3C7F2C213A1F}" type="pres">
      <dgm:prSet presAssocID="{9D4AF296-BC70-4B6A-B359-FA0F983A4E62}" presName="thickLine" presStyleLbl="alignNode1" presStyleIdx="0" presStyleCnt="6"/>
      <dgm:spPr/>
    </dgm:pt>
    <dgm:pt modelId="{895B2315-CDC1-41A7-AAE4-C314ECFFE330}" type="pres">
      <dgm:prSet presAssocID="{9D4AF296-BC70-4B6A-B359-FA0F983A4E62}" presName="horz1" presStyleCnt="0"/>
      <dgm:spPr/>
    </dgm:pt>
    <dgm:pt modelId="{C0EF6DA3-A72A-4243-92BD-BD0C84329FA2}" type="pres">
      <dgm:prSet presAssocID="{9D4AF296-BC70-4B6A-B359-FA0F983A4E62}" presName="tx1" presStyleLbl="revTx" presStyleIdx="0" presStyleCnt="6"/>
      <dgm:spPr/>
    </dgm:pt>
    <dgm:pt modelId="{C53D8760-131A-42B5-BBC7-A3C852704F3A}" type="pres">
      <dgm:prSet presAssocID="{9D4AF296-BC70-4B6A-B359-FA0F983A4E62}" presName="vert1" presStyleCnt="0"/>
      <dgm:spPr/>
    </dgm:pt>
    <dgm:pt modelId="{9600333A-3C8F-4FB0-B4C3-2FDE90B51A89}" type="pres">
      <dgm:prSet presAssocID="{D7E1C33F-9311-4C10-B565-5EEF02CF45FB}" presName="thickLine" presStyleLbl="alignNode1" presStyleIdx="1" presStyleCnt="6"/>
      <dgm:spPr/>
    </dgm:pt>
    <dgm:pt modelId="{FAC1F2B9-64C9-4D28-80B7-9E65FAD27507}" type="pres">
      <dgm:prSet presAssocID="{D7E1C33F-9311-4C10-B565-5EEF02CF45FB}" presName="horz1" presStyleCnt="0"/>
      <dgm:spPr/>
    </dgm:pt>
    <dgm:pt modelId="{83EEDA9D-047E-4D1E-A5C6-2D74F2829291}" type="pres">
      <dgm:prSet presAssocID="{D7E1C33F-9311-4C10-B565-5EEF02CF45FB}" presName="tx1" presStyleLbl="revTx" presStyleIdx="1" presStyleCnt="6"/>
      <dgm:spPr/>
    </dgm:pt>
    <dgm:pt modelId="{2DCCF9D1-8A51-4164-B6E6-79A85248BD17}" type="pres">
      <dgm:prSet presAssocID="{D7E1C33F-9311-4C10-B565-5EEF02CF45FB}" presName="vert1" presStyleCnt="0"/>
      <dgm:spPr/>
    </dgm:pt>
    <dgm:pt modelId="{F6F67B7F-5AC7-40D1-B66A-FF1FEF336285}" type="pres">
      <dgm:prSet presAssocID="{A4279E1A-FCC7-4DCD-AF32-22FDE20BFD12}" presName="thickLine" presStyleLbl="alignNode1" presStyleIdx="2" presStyleCnt="6"/>
      <dgm:spPr/>
    </dgm:pt>
    <dgm:pt modelId="{D0334D56-716B-4148-B218-75574B8FABD7}" type="pres">
      <dgm:prSet presAssocID="{A4279E1A-FCC7-4DCD-AF32-22FDE20BFD12}" presName="horz1" presStyleCnt="0"/>
      <dgm:spPr/>
    </dgm:pt>
    <dgm:pt modelId="{503518D7-D922-4672-9AD1-D7F98FCB92A1}" type="pres">
      <dgm:prSet presAssocID="{A4279E1A-FCC7-4DCD-AF32-22FDE20BFD12}" presName="tx1" presStyleLbl="revTx" presStyleIdx="2" presStyleCnt="6"/>
      <dgm:spPr/>
    </dgm:pt>
    <dgm:pt modelId="{E114773E-2544-444A-AAE6-C47416AC47CC}" type="pres">
      <dgm:prSet presAssocID="{A4279E1A-FCC7-4DCD-AF32-22FDE20BFD12}" presName="vert1" presStyleCnt="0"/>
      <dgm:spPr/>
    </dgm:pt>
    <dgm:pt modelId="{734E92AB-F933-4AE5-A429-C983A625C221}" type="pres">
      <dgm:prSet presAssocID="{1F44D320-5EEF-467B-B2A2-D106CDDC839D}" presName="thickLine" presStyleLbl="alignNode1" presStyleIdx="3" presStyleCnt="6"/>
      <dgm:spPr/>
    </dgm:pt>
    <dgm:pt modelId="{9D6E86AF-7D1F-4D10-B41F-BD29A22F722D}" type="pres">
      <dgm:prSet presAssocID="{1F44D320-5EEF-467B-B2A2-D106CDDC839D}" presName="horz1" presStyleCnt="0"/>
      <dgm:spPr/>
    </dgm:pt>
    <dgm:pt modelId="{55914AA2-25D3-4F9E-9618-91617C619093}" type="pres">
      <dgm:prSet presAssocID="{1F44D320-5EEF-467B-B2A2-D106CDDC839D}" presName="tx1" presStyleLbl="revTx" presStyleIdx="3" presStyleCnt="6"/>
      <dgm:spPr/>
    </dgm:pt>
    <dgm:pt modelId="{13D87DFC-B9AE-40EB-A71C-B575A7B584DE}" type="pres">
      <dgm:prSet presAssocID="{1F44D320-5EEF-467B-B2A2-D106CDDC839D}" presName="vert1" presStyleCnt="0"/>
      <dgm:spPr/>
    </dgm:pt>
    <dgm:pt modelId="{0D67259E-B9E4-4DD5-BA55-E9C8104309D6}" type="pres">
      <dgm:prSet presAssocID="{04C49B7F-4DAD-41B8-86CE-DF78E8D3AE16}" presName="thickLine" presStyleLbl="alignNode1" presStyleIdx="4" presStyleCnt="6"/>
      <dgm:spPr/>
    </dgm:pt>
    <dgm:pt modelId="{E165FD57-C7A2-4592-A26D-BB0B403E32A0}" type="pres">
      <dgm:prSet presAssocID="{04C49B7F-4DAD-41B8-86CE-DF78E8D3AE16}" presName="horz1" presStyleCnt="0"/>
      <dgm:spPr/>
    </dgm:pt>
    <dgm:pt modelId="{E2398B2C-52B1-489B-AD99-4D1D60510B60}" type="pres">
      <dgm:prSet presAssocID="{04C49B7F-4DAD-41B8-86CE-DF78E8D3AE16}" presName="tx1" presStyleLbl="revTx" presStyleIdx="4" presStyleCnt="6"/>
      <dgm:spPr/>
    </dgm:pt>
    <dgm:pt modelId="{1678768C-3402-4844-B3E6-EFDAD8574D28}" type="pres">
      <dgm:prSet presAssocID="{04C49B7F-4DAD-41B8-86CE-DF78E8D3AE16}" presName="vert1" presStyleCnt="0"/>
      <dgm:spPr/>
    </dgm:pt>
    <dgm:pt modelId="{E75E2201-89F5-465F-8332-39E264F8084D}" type="pres">
      <dgm:prSet presAssocID="{5E9C6A48-B8CE-4DE0-AAB3-8E6DC99A0623}" presName="thickLine" presStyleLbl="alignNode1" presStyleIdx="5" presStyleCnt="6"/>
      <dgm:spPr/>
    </dgm:pt>
    <dgm:pt modelId="{8015BAC8-33B5-4B82-9097-E9EE01B9ED66}" type="pres">
      <dgm:prSet presAssocID="{5E9C6A48-B8CE-4DE0-AAB3-8E6DC99A0623}" presName="horz1" presStyleCnt="0"/>
      <dgm:spPr/>
    </dgm:pt>
    <dgm:pt modelId="{0EDE6088-5AA7-4F3F-800E-EBAEC5EE15D3}" type="pres">
      <dgm:prSet presAssocID="{5E9C6A48-B8CE-4DE0-AAB3-8E6DC99A0623}" presName="tx1" presStyleLbl="revTx" presStyleIdx="5" presStyleCnt="6"/>
      <dgm:spPr/>
    </dgm:pt>
    <dgm:pt modelId="{A8854781-CFA0-426F-A448-A89D331B1BE5}" type="pres">
      <dgm:prSet presAssocID="{5E9C6A48-B8CE-4DE0-AAB3-8E6DC99A0623}" presName="vert1" presStyleCnt="0"/>
      <dgm:spPr/>
    </dgm:pt>
  </dgm:ptLst>
  <dgm:cxnLst>
    <dgm:cxn modelId="{7C7E9B11-D866-46BF-8883-EBDDDC05DFE2}" type="presOf" srcId="{9D4AF296-BC70-4B6A-B359-FA0F983A4E62}" destId="{C0EF6DA3-A72A-4243-92BD-BD0C84329FA2}" srcOrd="0" destOrd="0" presId="urn:microsoft.com/office/officeart/2008/layout/LinedList"/>
    <dgm:cxn modelId="{FC3F8134-4F63-4A16-A2C5-153C03F05BB3}" type="presOf" srcId="{C783B09F-9431-4157-8FE7-F7833ADDECDA}" destId="{58D2CBF2-B9F2-4BF3-9566-282DB2978E03}" srcOrd="0" destOrd="0" presId="urn:microsoft.com/office/officeart/2008/layout/LinedList"/>
    <dgm:cxn modelId="{08522842-E9E3-4DD2-8353-82B4BA41B5FF}" type="presOf" srcId="{D7E1C33F-9311-4C10-B565-5EEF02CF45FB}" destId="{83EEDA9D-047E-4D1E-A5C6-2D74F2829291}" srcOrd="0" destOrd="0" presId="urn:microsoft.com/office/officeart/2008/layout/LinedList"/>
    <dgm:cxn modelId="{B71BD14E-93C7-4464-854D-D54DF78BA5E2}" srcId="{C783B09F-9431-4157-8FE7-F7833ADDECDA}" destId="{D7E1C33F-9311-4C10-B565-5EEF02CF45FB}" srcOrd="1" destOrd="0" parTransId="{637086D1-1988-4A6A-8101-8CBA687D3D45}" sibTransId="{34227578-AD2B-4023-A2D2-FE8E0CA8F3A2}"/>
    <dgm:cxn modelId="{1D5E2A75-3788-42EE-A933-E68A6544161A}" srcId="{C783B09F-9431-4157-8FE7-F7833ADDECDA}" destId="{A4279E1A-FCC7-4DCD-AF32-22FDE20BFD12}" srcOrd="2" destOrd="0" parTransId="{CB01FA4D-40E2-42ED-BF11-6DFB8095CE87}" sibTransId="{D3191A0D-EEB4-4D2A-A720-FF219320C99E}"/>
    <dgm:cxn modelId="{0F4A617B-15E4-440F-A853-43D3FD0D4A76}" srcId="{C783B09F-9431-4157-8FE7-F7833ADDECDA}" destId="{04C49B7F-4DAD-41B8-86CE-DF78E8D3AE16}" srcOrd="4" destOrd="0" parTransId="{2C64C2C1-619D-434A-B31F-B124657D9793}" sibTransId="{3134A3D2-4A0F-4FB0-BE6A-192FDF90949C}"/>
    <dgm:cxn modelId="{F29B049A-DA2A-4E65-A31A-09CB151A1B59}" srcId="{C783B09F-9431-4157-8FE7-F7833ADDECDA}" destId="{1F44D320-5EEF-467B-B2A2-D106CDDC839D}" srcOrd="3" destOrd="0" parTransId="{AFAFDDCB-0B29-43AD-BFE1-CAAAF232B5E3}" sibTransId="{05AA42A1-E5CA-45A0-92A2-98CB600D0FB2}"/>
    <dgm:cxn modelId="{E5F4C4B7-773A-4E97-8963-7A0DD26311B1}" srcId="{C783B09F-9431-4157-8FE7-F7833ADDECDA}" destId="{5E9C6A48-B8CE-4DE0-AAB3-8E6DC99A0623}" srcOrd="5" destOrd="0" parTransId="{707D846A-B885-4926-9936-ECC469E3614A}" sibTransId="{33F2DF48-EC84-4D06-8C8F-EA2E01A1912D}"/>
    <dgm:cxn modelId="{7A62B4BB-6760-4C60-A966-E9E2CD2FBBCC}" type="presOf" srcId="{1F44D320-5EEF-467B-B2A2-D106CDDC839D}" destId="{55914AA2-25D3-4F9E-9618-91617C619093}" srcOrd="0" destOrd="0" presId="urn:microsoft.com/office/officeart/2008/layout/LinedList"/>
    <dgm:cxn modelId="{7293FEC4-E946-4301-8538-04A6AD33FEC1}" type="presOf" srcId="{5E9C6A48-B8CE-4DE0-AAB3-8E6DC99A0623}" destId="{0EDE6088-5AA7-4F3F-800E-EBAEC5EE15D3}" srcOrd="0" destOrd="0" presId="urn:microsoft.com/office/officeart/2008/layout/LinedList"/>
    <dgm:cxn modelId="{5B05D4CC-5D4E-4B4F-A738-ECD7AA931515}" type="presOf" srcId="{A4279E1A-FCC7-4DCD-AF32-22FDE20BFD12}" destId="{503518D7-D922-4672-9AD1-D7F98FCB92A1}" srcOrd="0" destOrd="0" presId="urn:microsoft.com/office/officeart/2008/layout/LinedList"/>
    <dgm:cxn modelId="{0A158EEF-62B6-4C86-8C31-EFCAC3DDB9CF}" srcId="{C783B09F-9431-4157-8FE7-F7833ADDECDA}" destId="{9D4AF296-BC70-4B6A-B359-FA0F983A4E62}" srcOrd="0" destOrd="0" parTransId="{178CF857-88A2-4FE0-8248-02B43D1A10B1}" sibTransId="{80FF7100-5316-4ABF-8D3C-7BAAD8E6DDB3}"/>
    <dgm:cxn modelId="{187CFCFE-9D25-4D78-AAE9-6EB5C2605140}" type="presOf" srcId="{04C49B7F-4DAD-41B8-86CE-DF78E8D3AE16}" destId="{E2398B2C-52B1-489B-AD99-4D1D60510B60}" srcOrd="0" destOrd="0" presId="urn:microsoft.com/office/officeart/2008/layout/LinedList"/>
    <dgm:cxn modelId="{22A346C9-C057-4941-989D-9CCAD044B247}" type="presParOf" srcId="{58D2CBF2-B9F2-4BF3-9566-282DB2978E03}" destId="{14F92738-29C5-4230-9669-3C7F2C213A1F}" srcOrd="0" destOrd="0" presId="urn:microsoft.com/office/officeart/2008/layout/LinedList"/>
    <dgm:cxn modelId="{5601C0F3-B3B5-484A-A3D0-B22C98C40936}" type="presParOf" srcId="{58D2CBF2-B9F2-4BF3-9566-282DB2978E03}" destId="{895B2315-CDC1-41A7-AAE4-C314ECFFE330}" srcOrd="1" destOrd="0" presId="urn:microsoft.com/office/officeart/2008/layout/LinedList"/>
    <dgm:cxn modelId="{361090A7-077B-462C-843F-1E049A65A4FA}" type="presParOf" srcId="{895B2315-CDC1-41A7-AAE4-C314ECFFE330}" destId="{C0EF6DA3-A72A-4243-92BD-BD0C84329FA2}" srcOrd="0" destOrd="0" presId="urn:microsoft.com/office/officeart/2008/layout/LinedList"/>
    <dgm:cxn modelId="{09873E84-954C-4670-9667-6CDB36713980}" type="presParOf" srcId="{895B2315-CDC1-41A7-AAE4-C314ECFFE330}" destId="{C53D8760-131A-42B5-BBC7-A3C852704F3A}" srcOrd="1" destOrd="0" presId="urn:microsoft.com/office/officeart/2008/layout/LinedList"/>
    <dgm:cxn modelId="{9BA1AB7E-50CD-4161-9152-3BEA94AC48A6}" type="presParOf" srcId="{58D2CBF2-B9F2-4BF3-9566-282DB2978E03}" destId="{9600333A-3C8F-4FB0-B4C3-2FDE90B51A89}" srcOrd="2" destOrd="0" presId="urn:microsoft.com/office/officeart/2008/layout/LinedList"/>
    <dgm:cxn modelId="{46B9A7DE-B459-45A0-950F-1B20808B1293}" type="presParOf" srcId="{58D2CBF2-B9F2-4BF3-9566-282DB2978E03}" destId="{FAC1F2B9-64C9-4D28-80B7-9E65FAD27507}" srcOrd="3" destOrd="0" presId="urn:microsoft.com/office/officeart/2008/layout/LinedList"/>
    <dgm:cxn modelId="{9B9AFDFA-C982-4748-9A05-932C2803EA75}" type="presParOf" srcId="{FAC1F2B9-64C9-4D28-80B7-9E65FAD27507}" destId="{83EEDA9D-047E-4D1E-A5C6-2D74F2829291}" srcOrd="0" destOrd="0" presId="urn:microsoft.com/office/officeart/2008/layout/LinedList"/>
    <dgm:cxn modelId="{2E8124E4-B712-40B2-B27B-CFC8220EE2C3}" type="presParOf" srcId="{FAC1F2B9-64C9-4D28-80B7-9E65FAD27507}" destId="{2DCCF9D1-8A51-4164-B6E6-79A85248BD17}" srcOrd="1" destOrd="0" presId="urn:microsoft.com/office/officeart/2008/layout/LinedList"/>
    <dgm:cxn modelId="{0B318D80-ADE7-4E4D-BCDC-CFE43106E35C}" type="presParOf" srcId="{58D2CBF2-B9F2-4BF3-9566-282DB2978E03}" destId="{F6F67B7F-5AC7-40D1-B66A-FF1FEF336285}" srcOrd="4" destOrd="0" presId="urn:microsoft.com/office/officeart/2008/layout/LinedList"/>
    <dgm:cxn modelId="{1FC7035C-6934-4E73-BDC8-2AC3BE73D05E}" type="presParOf" srcId="{58D2CBF2-B9F2-4BF3-9566-282DB2978E03}" destId="{D0334D56-716B-4148-B218-75574B8FABD7}" srcOrd="5" destOrd="0" presId="urn:microsoft.com/office/officeart/2008/layout/LinedList"/>
    <dgm:cxn modelId="{0F2764DE-2402-4A06-A55E-27C82AE37C4D}" type="presParOf" srcId="{D0334D56-716B-4148-B218-75574B8FABD7}" destId="{503518D7-D922-4672-9AD1-D7F98FCB92A1}" srcOrd="0" destOrd="0" presId="urn:microsoft.com/office/officeart/2008/layout/LinedList"/>
    <dgm:cxn modelId="{27EFD9E7-B445-4CE3-9017-C7D2E4B53AD6}" type="presParOf" srcId="{D0334D56-716B-4148-B218-75574B8FABD7}" destId="{E114773E-2544-444A-AAE6-C47416AC47CC}" srcOrd="1" destOrd="0" presId="urn:microsoft.com/office/officeart/2008/layout/LinedList"/>
    <dgm:cxn modelId="{9D04D2F4-AB8E-4BAA-9471-71C377E0D3D6}" type="presParOf" srcId="{58D2CBF2-B9F2-4BF3-9566-282DB2978E03}" destId="{734E92AB-F933-4AE5-A429-C983A625C221}" srcOrd="6" destOrd="0" presId="urn:microsoft.com/office/officeart/2008/layout/LinedList"/>
    <dgm:cxn modelId="{96376421-A176-44C6-8053-A6397CD932E3}" type="presParOf" srcId="{58D2CBF2-B9F2-4BF3-9566-282DB2978E03}" destId="{9D6E86AF-7D1F-4D10-B41F-BD29A22F722D}" srcOrd="7" destOrd="0" presId="urn:microsoft.com/office/officeart/2008/layout/LinedList"/>
    <dgm:cxn modelId="{CE641B01-0AED-4975-B20E-09277B3B6A00}" type="presParOf" srcId="{9D6E86AF-7D1F-4D10-B41F-BD29A22F722D}" destId="{55914AA2-25D3-4F9E-9618-91617C619093}" srcOrd="0" destOrd="0" presId="urn:microsoft.com/office/officeart/2008/layout/LinedList"/>
    <dgm:cxn modelId="{5E8B1E54-9B0A-4AFF-AB3B-F458976BE1B6}" type="presParOf" srcId="{9D6E86AF-7D1F-4D10-B41F-BD29A22F722D}" destId="{13D87DFC-B9AE-40EB-A71C-B575A7B584DE}" srcOrd="1" destOrd="0" presId="urn:microsoft.com/office/officeart/2008/layout/LinedList"/>
    <dgm:cxn modelId="{5B0F5C31-1F63-4B81-B5B2-C31C21184E21}" type="presParOf" srcId="{58D2CBF2-B9F2-4BF3-9566-282DB2978E03}" destId="{0D67259E-B9E4-4DD5-BA55-E9C8104309D6}" srcOrd="8" destOrd="0" presId="urn:microsoft.com/office/officeart/2008/layout/LinedList"/>
    <dgm:cxn modelId="{6533CD66-1739-4077-97C3-BFBE5D0375E6}" type="presParOf" srcId="{58D2CBF2-B9F2-4BF3-9566-282DB2978E03}" destId="{E165FD57-C7A2-4592-A26D-BB0B403E32A0}" srcOrd="9" destOrd="0" presId="urn:microsoft.com/office/officeart/2008/layout/LinedList"/>
    <dgm:cxn modelId="{94E0DABD-E7C6-48E5-9455-173929224DF7}" type="presParOf" srcId="{E165FD57-C7A2-4592-A26D-BB0B403E32A0}" destId="{E2398B2C-52B1-489B-AD99-4D1D60510B60}" srcOrd="0" destOrd="0" presId="urn:microsoft.com/office/officeart/2008/layout/LinedList"/>
    <dgm:cxn modelId="{4A9B71A1-2958-46C4-8FD1-392C99374F47}" type="presParOf" srcId="{E165FD57-C7A2-4592-A26D-BB0B403E32A0}" destId="{1678768C-3402-4844-B3E6-EFDAD8574D28}" srcOrd="1" destOrd="0" presId="urn:microsoft.com/office/officeart/2008/layout/LinedList"/>
    <dgm:cxn modelId="{BE7385EB-83C2-4F74-AA8C-02D36E3CB6E8}" type="presParOf" srcId="{58D2CBF2-B9F2-4BF3-9566-282DB2978E03}" destId="{E75E2201-89F5-465F-8332-39E264F8084D}" srcOrd="10" destOrd="0" presId="urn:microsoft.com/office/officeart/2008/layout/LinedList"/>
    <dgm:cxn modelId="{D2669A8C-9AFC-43FA-950D-A66EF4AC735B}" type="presParOf" srcId="{58D2CBF2-B9F2-4BF3-9566-282DB2978E03}" destId="{8015BAC8-33B5-4B82-9097-E9EE01B9ED66}" srcOrd="11" destOrd="0" presId="urn:microsoft.com/office/officeart/2008/layout/LinedList"/>
    <dgm:cxn modelId="{025D2F9C-736A-451B-A40C-7D6F96B383A2}" type="presParOf" srcId="{8015BAC8-33B5-4B82-9097-E9EE01B9ED66}" destId="{0EDE6088-5AA7-4F3F-800E-EBAEC5EE15D3}" srcOrd="0" destOrd="0" presId="urn:microsoft.com/office/officeart/2008/layout/LinedList"/>
    <dgm:cxn modelId="{80E88767-7CCF-4DBE-9EC6-A2995140A782}" type="presParOf" srcId="{8015BAC8-33B5-4B82-9097-E9EE01B9ED66}" destId="{A8854781-CFA0-426F-A448-A89D331B1BE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56B21BD-DF18-456C-8D46-8BF717C3555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B358F47-1066-412E-908F-22C7F17B9F75}">
      <dgm:prSet/>
      <dgm:spPr/>
      <dgm:t>
        <a:bodyPr/>
        <a:lstStyle/>
        <a:p>
          <a:r>
            <a:rPr lang="en-US"/>
            <a:t>- Seat layout: 5 rows (A–E), 5 columns (1–5)</a:t>
          </a:r>
        </a:p>
      </dgm:t>
    </dgm:pt>
    <dgm:pt modelId="{3DE0A4B9-D89F-4CC7-A0AD-A0D3F74B1CBC}" type="parTrans" cxnId="{423AE4A6-E86C-4363-B9A7-19A9D4D07BC4}">
      <dgm:prSet/>
      <dgm:spPr/>
      <dgm:t>
        <a:bodyPr/>
        <a:lstStyle/>
        <a:p>
          <a:endParaRPr lang="en-US"/>
        </a:p>
      </dgm:t>
    </dgm:pt>
    <dgm:pt modelId="{101D84FE-4573-4B3D-BC9A-4AB0B2187214}" type="sibTrans" cxnId="{423AE4A6-E86C-4363-B9A7-19A9D4D07BC4}">
      <dgm:prSet/>
      <dgm:spPr/>
      <dgm:t>
        <a:bodyPr/>
        <a:lstStyle/>
        <a:p>
          <a:endParaRPr lang="en-US"/>
        </a:p>
      </dgm:t>
    </dgm:pt>
    <dgm:pt modelId="{5199538D-E8BD-4595-B4D5-034D3EDEBBEE}">
      <dgm:prSet/>
      <dgm:spPr/>
      <dgm:t>
        <a:bodyPr/>
        <a:lstStyle/>
        <a:p>
          <a:r>
            <a:rPr lang="en-US"/>
            <a:t>- 'A' = Available, 'X' = Booked</a:t>
          </a:r>
        </a:p>
      </dgm:t>
    </dgm:pt>
    <dgm:pt modelId="{C137A937-5486-4B9D-96C1-825F31F32DCF}" type="parTrans" cxnId="{25576A21-CE8E-4CFF-9E80-50F822A97619}">
      <dgm:prSet/>
      <dgm:spPr/>
      <dgm:t>
        <a:bodyPr/>
        <a:lstStyle/>
        <a:p>
          <a:endParaRPr lang="en-US"/>
        </a:p>
      </dgm:t>
    </dgm:pt>
    <dgm:pt modelId="{EF570A13-E0DC-402F-ACF7-4792F6FEFEB4}" type="sibTrans" cxnId="{25576A21-CE8E-4CFF-9E80-50F822A97619}">
      <dgm:prSet/>
      <dgm:spPr/>
      <dgm:t>
        <a:bodyPr/>
        <a:lstStyle/>
        <a:p>
          <a:endParaRPr lang="en-US"/>
        </a:p>
      </dgm:t>
    </dgm:pt>
    <dgm:pt modelId="{5E2B5A11-DBCC-4655-A117-1B04140443B3}">
      <dgm:prSet/>
      <dgm:spPr/>
      <dgm:t>
        <a:bodyPr/>
        <a:lstStyle/>
        <a:p>
          <a:r>
            <a:rPr lang="en-US"/>
            <a:t>- Seat selected using format (e.g., A1, B2)</a:t>
          </a:r>
        </a:p>
      </dgm:t>
    </dgm:pt>
    <dgm:pt modelId="{2D26C698-BE88-4342-8D0A-A1BA5F6ED84F}" type="parTrans" cxnId="{4925B4D7-0320-4FF0-A29D-871483FCF39E}">
      <dgm:prSet/>
      <dgm:spPr/>
      <dgm:t>
        <a:bodyPr/>
        <a:lstStyle/>
        <a:p>
          <a:endParaRPr lang="en-US"/>
        </a:p>
      </dgm:t>
    </dgm:pt>
    <dgm:pt modelId="{F460D0CE-25C3-4C47-A194-EAF23D1C151D}" type="sibTrans" cxnId="{4925B4D7-0320-4FF0-A29D-871483FCF39E}">
      <dgm:prSet/>
      <dgm:spPr/>
      <dgm:t>
        <a:bodyPr/>
        <a:lstStyle/>
        <a:p>
          <a:endParaRPr lang="en-US"/>
        </a:p>
      </dgm:t>
    </dgm:pt>
    <dgm:pt modelId="{AD546EDD-3FEE-4560-9A6A-FA113BAED0DE}">
      <dgm:prSet/>
      <dgm:spPr/>
      <dgm:t>
        <a:bodyPr/>
        <a:lstStyle/>
        <a:p>
          <a:r>
            <a:rPr lang="en-US"/>
            <a:t>- Validation: prevents double booking or invalid inputs</a:t>
          </a:r>
        </a:p>
      </dgm:t>
    </dgm:pt>
    <dgm:pt modelId="{454AD2A1-8BBF-45CF-BB7E-A16FDE1C4BF6}" type="parTrans" cxnId="{A12369F6-1571-4B95-9FC6-5BF52041B489}">
      <dgm:prSet/>
      <dgm:spPr/>
      <dgm:t>
        <a:bodyPr/>
        <a:lstStyle/>
        <a:p>
          <a:endParaRPr lang="en-US"/>
        </a:p>
      </dgm:t>
    </dgm:pt>
    <dgm:pt modelId="{1EAA9F2F-3FC0-457D-BF0E-9F05904DD4AC}" type="sibTrans" cxnId="{A12369F6-1571-4B95-9FC6-5BF52041B489}">
      <dgm:prSet/>
      <dgm:spPr/>
      <dgm:t>
        <a:bodyPr/>
        <a:lstStyle/>
        <a:p>
          <a:endParaRPr lang="en-US"/>
        </a:p>
      </dgm:t>
    </dgm:pt>
    <dgm:pt modelId="{0134783A-03A1-4943-8321-265CEB968916}" type="pres">
      <dgm:prSet presAssocID="{056B21BD-DF18-456C-8D46-8BF717C35552}" presName="vert0" presStyleCnt="0">
        <dgm:presLayoutVars>
          <dgm:dir/>
          <dgm:animOne val="branch"/>
          <dgm:animLvl val="lvl"/>
        </dgm:presLayoutVars>
      </dgm:prSet>
      <dgm:spPr/>
    </dgm:pt>
    <dgm:pt modelId="{A65C6FC8-1CCD-4CAC-AA16-1AE4231B6FA0}" type="pres">
      <dgm:prSet presAssocID="{AB358F47-1066-412E-908F-22C7F17B9F75}" presName="thickLine" presStyleLbl="alignNode1" presStyleIdx="0" presStyleCnt="4"/>
      <dgm:spPr/>
    </dgm:pt>
    <dgm:pt modelId="{B509648F-62FB-45E0-884C-6B079459DDA9}" type="pres">
      <dgm:prSet presAssocID="{AB358F47-1066-412E-908F-22C7F17B9F75}" presName="horz1" presStyleCnt="0"/>
      <dgm:spPr/>
    </dgm:pt>
    <dgm:pt modelId="{99CBF6D5-1ECA-4F80-BB68-186FB37F656A}" type="pres">
      <dgm:prSet presAssocID="{AB358F47-1066-412E-908F-22C7F17B9F75}" presName="tx1" presStyleLbl="revTx" presStyleIdx="0" presStyleCnt="4"/>
      <dgm:spPr/>
    </dgm:pt>
    <dgm:pt modelId="{05B60F15-9404-4AD8-B65C-77DC7D6E837E}" type="pres">
      <dgm:prSet presAssocID="{AB358F47-1066-412E-908F-22C7F17B9F75}" presName="vert1" presStyleCnt="0"/>
      <dgm:spPr/>
    </dgm:pt>
    <dgm:pt modelId="{2E7BCDC0-0BDF-4A50-9CDC-D74009D37049}" type="pres">
      <dgm:prSet presAssocID="{5199538D-E8BD-4595-B4D5-034D3EDEBBEE}" presName="thickLine" presStyleLbl="alignNode1" presStyleIdx="1" presStyleCnt="4"/>
      <dgm:spPr/>
    </dgm:pt>
    <dgm:pt modelId="{2353D41F-F315-4AAC-8E17-01E6EAFEFAAC}" type="pres">
      <dgm:prSet presAssocID="{5199538D-E8BD-4595-B4D5-034D3EDEBBEE}" presName="horz1" presStyleCnt="0"/>
      <dgm:spPr/>
    </dgm:pt>
    <dgm:pt modelId="{147D3B43-B9AD-4CA4-B097-6C740932FAEE}" type="pres">
      <dgm:prSet presAssocID="{5199538D-E8BD-4595-B4D5-034D3EDEBBEE}" presName="tx1" presStyleLbl="revTx" presStyleIdx="1" presStyleCnt="4"/>
      <dgm:spPr/>
    </dgm:pt>
    <dgm:pt modelId="{92ACFBDF-C76D-4040-AC6C-94A493CA0B66}" type="pres">
      <dgm:prSet presAssocID="{5199538D-E8BD-4595-B4D5-034D3EDEBBEE}" presName="vert1" presStyleCnt="0"/>
      <dgm:spPr/>
    </dgm:pt>
    <dgm:pt modelId="{83D5887B-D198-48F8-99EC-76CF61BBFD45}" type="pres">
      <dgm:prSet presAssocID="{5E2B5A11-DBCC-4655-A117-1B04140443B3}" presName="thickLine" presStyleLbl="alignNode1" presStyleIdx="2" presStyleCnt="4"/>
      <dgm:spPr/>
    </dgm:pt>
    <dgm:pt modelId="{ED77B884-6CC6-4693-B5F3-A8F5CD56F0D2}" type="pres">
      <dgm:prSet presAssocID="{5E2B5A11-DBCC-4655-A117-1B04140443B3}" presName="horz1" presStyleCnt="0"/>
      <dgm:spPr/>
    </dgm:pt>
    <dgm:pt modelId="{83E04725-B893-4B76-A953-8C9F1C1A12A3}" type="pres">
      <dgm:prSet presAssocID="{5E2B5A11-DBCC-4655-A117-1B04140443B3}" presName="tx1" presStyleLbl="revTx" presStyleIdx="2" presStyleCnt="4"/>
      <dgm:spPr/>
    </dgm:pt>
    <dgm:pt modelId="{BCC87C37-E26A-4ABF-8C38-5518BA2F350C}" type="pres">
      <dgm:prSet presAssocID="{5E2B5A11-DBCC-4655-A117-1B04140443B3}" presName="vert1" presStyleCnt="0"/>
      <dgm:spPr/>
    </dgm:pt>
    <dgm:pt modelId="{BE5A81B7-7CDD-4F0E-9C51-8977A51F239B}" type="pres">
      <dgm:prSet presAssocID="{AD546EDD-3FEE-4560-9A6A-FA113BAED0DE}" presName="thickLine" presStyleLbl="alignNode1" presStyleIdx="3" presStyleCnt="4"/>
      <dgm:spPr/>
    </dgm:pt>
    <dgm:pt modelId="{3EF0E971-B769-49C8-B722-BFC6DA8A41FF}" type="pres">
      <dgm:prSet presAssocID="{AD546EDD-3FEE-4560-9A6A-FA113BAED0DE}" presName="horz1" presStyleCnt="0"/>
      <dgm:spPr/>
    </dgm:pt>
    <dgm:pt modelId="{CD1F6D34-47EF-40CC-B7D5-E357C5BDC362}" type="pres">
      <dgm:prSet presAssocID="{AD546EDD-3FEE-4560-9A6A-FA113BAED0DE}" presName="tx1" presStyleLbl="revTx" presStyleIdx="3" presStyleCnt="4"/>
      <dgm:spPr/>
    </dgm:pt>
    <dgm:pt modelId="{AF0EB7D1-DE8E-47C6-8BE5-C5FBB29851AB}" type="pres">
      <dgm:prSet presAssocID="{AD546EDD-3FEE-4560-9A6A-FA113BAED0DE}" presName="vert1" presStyleCnt="0"/>
      <dgm:spPr/>
    </dgm:pt>
  </dgm:ptLst>
  <dgm:cxnLst>
    <dgm:cxn modelId="{25576A21-CE8E-4CFF-9E80-50F822A97619}" srcId="{056B21BD-DF18-456C-8D46-8BF717C35552}" destId="{5199538D-E8BD-4595-B4D5-034D3EDEBBEE}" srcOrd="1" destOrd="0" parTransId="{C137A937-5486-4B9D-96C1-825F31F32DCF}" sibTransId="{EF570A13-E0DC-402F-ACF7-4792F6FEFEB4}"/>
    <dgm:cxn modelId="{8FD8232D-2A09-4CDF-B0B4-3472716C3C3F}" type="presOf" srcId="{056B21BD-DF18-456C-8D46-8BF717C35552}" destId="{0134783A-03A1-4943-8321-265CEB968916}" srcOrd="0" destOrd="0" presId="urn:microsoft.com/office/officeart/2008/layout/LinedList"/>
    <dgm:cxn modelId="{CCDCCF8B-7002-45FB-A6FD-0464ECEFEC93}" type="presOf" srcId="{5E2B5A11-DBCC-4655-A117-1B04140443B3}" destId="{83E04725-B893-4B76-A953-8C9F1C1A12A3}" srcOrd="0" destOrd="0" presId="urn:microsoft.com/office/officeart/2008/layout/LinedList"/>
    <dgm:cxn modelId="{4350C29E-1504-4DC1-A783-F7DCBF67C1A9}" type="presOf" srcId="{AB358F47-1066-412E-908F-22C7F17B9F75}" destId="{99CBF6D5-1ECA-4F80-BB68-186FB37F656A}" srcOrd="0" destOrd="0" presId="urn:microsoft.com/office/officeart/2008/layout/LinedList"/>
    <dgm:cxn modelId="{423AE4A6-E86C-4363-B9A7-19A9D4D07BC4}" srcId="{056B21BD-DF18-456C-8D46-8BF717C35552}" destId="{AB358F47-1066-412E-908F-22C7F17B9F75}" srcOrd="0" destOrd="0" parTransId="{3DE0A4B9-D89F-4CC7-A0AD-A0D3F74B1CBC}" sibTransId="{101D84FE-4573-4B3D-BC9A-4AB0B2187214}"/>
    <dgm:cxn modelId="{1DDCF1A8-24B9-4574-8800-3A0DF53628F9}" type="presOf" srcId="{5199538D-E8BD-4595-B4D5-034D3EDEBBEE}" destId="{147D3B43-B9AD-4CA4-B097-6C740932FAEE}" srcOrd="0" destOrd="0" presId="urn:microsoft.com/office/officeart/2008/layout/LinedList"/>
    <dgm:cxn modelId="{4925B4D7-0320-4FF0-A29D-871483FCF39E}" srcId="{056B21BD-DF18-456C-8D46-8BF717C35552}" destId="{5E2B5A11-DBCC-4655-A117-1B04140443B3}" srcOrd="2" destOrd="0" parTransId="{2D26C698-BE88-4342-8D0A-A1BA5F6ED84F}" sibTransId="{F460D0CE-25C3-4C47-A194-EAF23D1C151D}"/>
    <dgm:cxn modelId="{9C52BBE3-F109-4DC6-9602-D633EFC33AC0}" type="presOf" srcId="{AD546EDD-3FEE-4560-9A6A-FA113BAED0DE}" destId="{CD1F6D34-47EF-40CC-B7D5-E357C5BDC362}" srcOrd="0" destOrd="0" presId="urn:microsoft.com/office/officeart/2008/layout/LinedList"/>
    <dgm:cxn modelId="{A12369F6-1571-4B95-9FC6-5BF52041B489}" srcId="{056B21BD-DF18-456C-8D46-8BF717C35552}" destId="{AD546EDD-3FEE-4560-9A6A-FA113BAED0DE}" srcOrd="3" destOrd="0" parTransId="{454AD2A1-8BBF-45CF-BB7E-A16FDE1C4BF6}" sibTransId="{1EAA9F2F-3FC0-457D-BF0E-9F05904DD4AC}"/>
    <dgm:cxn modelId="{BB79F340-C352-4A4A-BC58-F4A8C713FA39}" type="presParOf" srcId="{0134783A-03A1-4943-8321-265CEB968916}" destId="{A65C6FC8-1CCD-4CAC-AA16-1AE4231B6FA0}" srcOrd="0" destOrd="0" presId="urn:microsoft.com/office/officeart/2008/layout/LinedList"/>
    <dgm:cxn modelId="{09D5E94D-DCD3-4332-85E9-D5979561ACF6}" type="presParOf" srcId="{0134783A-03A1-4943-8321-265CEB968916}" destId="{B509648F-62FB-45E0-884C-6B079459DDA9}" srcOrd="1" destOrd="0" presId="urn:microsoft.com/office/officeart/2008/layout/LinedList"/>
    <dgm:cxn modelId="{1E75A784-40CC-4559-A581-718B34277CCB}" type="presParOf" srcId="{B509648F-62FB-45E0-884C-6B079459DDA9}" destId="{99CBF6D5-1ECA-4F80-BB68-186FB37F656A}" srcOrd="0" destOrd="0" presId="urn:microsoft.com/office/officeart/2008/layout/LinedList"/>
    <dgm:cxn modelId="{E8AFE411-CBA6-44EB-B30A-DAD3198494C9}" type="presParOf" srcId="{B509648F-62FB-45E0-884C-6B079459DDA9}" destId="{05B60F15-9404-4AD8-B65C-77DC7D6E837E}" srcOrd="1" destOrd="0" presId="urn:microsoft.com/office/officeart/2008/layout/LinedList"/>
    <dgm:cxn modelId="{DF365C16-75F6-42C3-94FE-A9322FCA0239}" type="presParOf" srcId="{0134783A-03A1-4943-8321-265CEB968916}" destId="{2E7BCDC0-0BDF-4A50-9CDC-D74009D37049}" srcOrd="2" destOrd="0" presId="urn:microsoft.com/office/officeart/2008/layout/LinedList"/>
    <dgm:cxn modelId="{ADEA39B3-25D9-4F4B-A518-0242420107BE}" type="presParOf" srcId="{0134783A-03A1-4943-8321-265CEB968916}" destId="{2353D41F-F315-4AAC-8E17-01E6EAFEFAAC}" srcOrd="3" destOrd="0" presId="urn:microsoft.com/office/officeart/2008/layout/LinedList"/>
    <dgm:cxn modelId="{1A7E3DAE-5627-43AA-A9BA-73142C811860}" type="presParOf" srcId="{2353D41F-F315-4AAC-8E17-01E6EAFEFAAC}" destId="{147D3B43-B9AD-4CA4-B097-6C740932FAEE}" srcOrd="0" destOrd="0" presId="urn:microsoft.com/office/officeart/2008/layout/LinedList"/>
    <dgm:cxn modelId="{0EDD2BDE-DD23-4113-8391-DF6A46AAD5AA}" type="presParOf" srcId="{2353D41F-F315-4AAC-8E17-01E6EAFEFAAC}" destId="{92ACFBDF-C76D-4040-AC6C-94A493CA0B66}" srcOrd="1" destOrd="0" presId="urn:microsoft.com/office/officeart/2008/layout/LinedList"/>
    <dgm:cxn modelId="{3E7C47FD-D987-4F14-9F18-9E047A751234}" type="presParOf" srcId="{0134783A-03A1-4943-8321-265CEB968916}" destId="{83D5887B-D198-48F8-99EC-76CF61BBFD45}" srcOrd="4" destOrd="0" presId="urn:microsoft.com/office/officeart/2008/layout/LinedList"/>
    <dgm:cxn modelId="{FEFE2E61-D7BF-4A18-9EA8-85CF559C8596}" type="presParOf" srcId="{0134783A-03A1-4943-8321-265CEB968916}" destId="{ED77B884-6CC6-4693-B5F3-A8F5CD56F0D2}" srcOrd="5" destOrd="0" presId="urn:microsoft.com/office/officeart/2008/layout/LinedList"/>
    <dgm:cxn modelId="{4C892F64-EC2B-4D50-B47D-94DB0BC03153}" type="presParOf" srcId="{ED77B884-6CC6-4693-B5F3-A8F5CD56F0D2}" destId="{83E04725-B893-4B76-A953-8C9F1C1A12A3}" srcOrd="0" destOrd="0" presId="urn:microsoft.com/office/officeart/2008/layout/LinedList"/>
    <dgm:cxn modelId="{822EC1D5-C0BA-4F90-A43E-636E9FEA4FC9}" type="presParOf" srcId="{ED77B884-6CC6-4693-B5F3-A8F5CD56F0D2}" destId="{BCC87C37-E26A-4ABF-8C38-5518BA2F350C}" srcOrd="1" destOrd="0" presId="urn:microsoft.com/office/officeart/2008/layout/LinedList"/>
    <dgm:cxn modelId="{EB67B374-D4B3-4328-872E-5A0BBDE9D900}" type="presParOf" srcId="{0134783A-03A1-4943-8321-265CEB968916}" destId="{BE5A81B7-7CDD-4F0E-9C51-8977A51F239B}" srcOrd="6" destOrd="0" presId="urn:microsoft.com/office/officeart/2008/layout/LinedList"/>
    <dgm:cxn modelId="{2D82974C-8E04-4541-A31D-3D05B5BD3916}" type="presParOf" srcId="{0134783A-03A1-4943-8321-265CEB968916}" destId="{3EF0E971-B769-49C8-B722-BFC6DA8A41FF}" srcOrd="7" destOrd="0" presId="urn:microsoft.com/office/officeart/2008/layout/LinedList"/>
    <dgm:cxn modelId="{DDE28731-2CDC-41A4-8FEE-0559C026CB33}" type="presParOf" srcId="{3EF0E971-B769-49C8-B722-BFC6DA8A41FF}" destId="{CD1F6D34-47EF-40CC-B7D5-E357C5BDC362}" srcOrd="0" destOrd="0" presId="urn:microsoft.com/office/officeart/2008/layout/LinedList"/>
    <dgm:cxn modelId="{C0B548DE-1DEA-4CC1-883D-0211AD9D4C18}" type="presParOf" srcId="{3EF0E971-B769-49C8-B722-BFC6DA8A41FF}" destId="{AF0EB7D1-DE8E-47C6-8BE5-C5FBB29851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C299819-9004-42AF-82BB-3A389DCAAC9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E959853-BDAD-455B-955B-3A9C702886AC}">
      <dgm:prSet/>
      <dgm:spPr/>
      <dgm:t>
        <a:bodyPr/>
        <a:lstStyle/>
        <a:p>
          <a:r>
            <a:rPr lang="en-US"/>
            <a:t>- register_user():</a:t>
          </a:r>
        </a:p>
      </dgm:t>
    </dgm:pt>
    <dgm:pt modelId="{2A8B4E64-C0C3-4360-BA55-DD9CBEC8F477}" type="parTrans" cxnId="{6C290D20-354D-40F6-B967-4BA5EFDB0067}">
      <dgm:prSet/>
      <dgm:spPr/>
      <dgm:t>
        <a:bodyPr/>
        <a:lstStyle/>
        <a:p>
          <a:endParaRPr lang="en-US"/>
        </a:p>
      </dgm:t>
    </dgm:pt>
    <dgm:pt modelId="{DA579989-8D38-477A-9DC5-8AC44B07C2A7}" type="sibTrans" cxnId="{6C290D20-354D-40F6-B967-4BA5EFDB0067}">
      <dgm:prSet/>
      <dgm:spPr/>
      <dgm:t>
        <a:bodyPr/>
        <a:lstStyle/>
        <a:p>
          <a:endParaRPr lang="en-US"/>
        </a:p>
      </dgm:t>
    </dgm:pt>
    <dgm:pt modelId="{F16CB9CE-6CF3-4D75-AA07-E7B1A521625D}">
      <dgm:prSet/>
      <dgm:spPr/>
      <dgm:t>
        <a:bodyPr/>
        <a:lstStyle/>
        <a:p>
          <a:r>
            <a:rPr lang="en-US"/>
            <a:t>- Ensures unique usernames</a:t>
          </a:r>
        </a:p>
      </dgm:t>
    </dgm:pt>
    <dgm:pt modelId="{4C103D58-A155-40F2-8765-7C1B528156B4}" type="parTrans" cxnId="{1E0C6AE6-FA46-48D3-95EE-1D82A3E8E300}">
      <dgm:prSet/>
      <dgm:spPr/>
      <dgm:t>
        <a:bodyPr/>
        <a:lstStyle/>
        <a:p>
          <a:endParaRPr lang="en-US"/>
        </a:p>
      </dgm:t>
    </dgm:pt>
    <dgm:pt modelId="{843ED070-9784-44C8-B38E-A28FBD93DD6F}" type="sibTrans" cxnId="{1E0C6AE6-FA46-48D3-95EE-1D82A3E8E300}">
      <dgm:prSet/>
      <dgm:spPr/>
      <dgm:t>
        <a:bodyPr/>
        <a:lstStyle/>
        <a:p>
          <a:endParaRPr lang="en-US"/>
        </a:p>
      </dgm:t>
    </dgm:pt>
    <dgm:pt modelId="{A16C4911-97F0-45D4-A652-E7FF083A4536}">
      <dgm:prSet/>
      <dgm:spPr/>
      <dgm:t>
        <a:bodyPr/>
        <a:lstStyle/>
        <a:p>
          <a:r>
            <a:rPr lang="en-US"/>
            <a:t>- Stores credentials in file</a:t>
          </a:r>
        </a:p>
      </dgm:t>
    </dgm:pt>
    <dgm:pt modelId="{07083B7C-D8AB-4CE0-BCD6-6F212F45A558}" type="parTrans" cxnId="{238B5BBB-9B9C-48E4-A625-3A3387CB8C9D}">
      <dgm:prSet/>
      <dgm:spPr/>
      <dgm:t>
        <a:bodyPr/>
        <a:lstStyle/>
        <a:p>
          <a:endParaRPr lang="en-US"/>
        </a:p>
      </dgm:t>
    </dgm:pt>
    <dgm:pt modelId="{18D1DCC3-0381-4D1D-B3C4-F0E454284E73}" type="sibTrans" cxnId="{238B5BBB-9B9C-48E4-A625-3A3387CB8C9D}">
      <dgm:prSet/>
      <dgm:spPr/>
      <dgm:t>
        <a:bodyPr/>
        <a:lstStyle/>
        <a:p>
          <a:endParaRPr lang="en-US"/>
        </a:p>
      </dgm:t>
    </dgm:pt>
    <dgm:pt modelId="{38F2C7F0-5A5D-4A22-9CCC-0134A00B1B0C}">
      <dgm:prSet/>
      <dgm:spPr/>
      <dgm:t>
        <a:bodyPr/>
        <a:lstStyle/>
        <a:p>
          <a:r>
            <a:rPr lang="en-US"/>
            <a:t>- login():</a:t>
          </a:r>
        </a:p>
      </dgm:t>
    </dgm:pt>
    <dgm:pt modelId="{2D2E5C38-5E1D-498E-8E7E-872F78802F33}" type="parTrans" cxnId="{A4943798-E6D6-4B9F-8706-0EC867DE6288}">
      <dgm:prSet/>
      <dgm:spPr/>
      <dgm:t>
        <a:bodyPr/>
        <a:lstStyle/>
        <a:p>
          <a:endParaRPr lang="en-US"/>
        </a:p>
      </dgm:t>
    </dgm:pt>
    <dgm:pt modelId="{01D40E70-25C7-4080-9B23-FAB33F8B662A}" type="sibTrans" cxnId="{A4943798-E6D6-4B9F-8706-0EC867DE6288}">
      <dgm:prSet/>
      <dgm:spPr/>
      <dgm:t>
        <a:bodyPr/>
        <a:lstStyle/>
        <a:p>
          <a:endParaRPr lang="en-US"/>
        </a:p>
      </dgm:t>
    </dgm:pt>
    <dgm:pt modelId="{B5409620-D5F6-4CA8-9088-610474701CA6}">
      <dgm:prSet/>
      <dgm:spPr/>
      <dgm:t>
        <a:bodyPr/>
        <a:lstStyle/>
        <a:p>
          <a:r>
            <a:rPr lang="en-US"/>
            <a:t>- Verifies credentials</a:t>
          </a:r>
        </a:p>
      </dgm:t>
    </dgm:pt>
    <dgm:pt modelId="{729BFDE6-636B-4EE7-985A-CDE7E1A4296D}" type="parTrans" cxnId="{60EB6AA1-986C-4C41-9ADE-9725DB2A04C9}">
      <dgm:prSet/>
      <dgm:spPr/>
      <dgm:t>
        <a:bodyPr/>
        <a:lstStyle/>
        <a:p>
          <a:endParaRPr lang="en-US"/>
        </a:p>
      </dgm:t>
    </dgm:pt>
    <dgm:pt modelId="{E9506D71-C807-45FA-8409-FE5B059FA7D7}" type="sibTrans" cxnId="{60EB6AA1-986C-4C41-9ADE-9725DB2A04C9}">
      <dgm:prSet/>
      <dgm:spPr/>
      <dgm:t>
        <a:bodyPr/>
        <a:lstStyle/>
        <a:p>
          <a:endParaRPr lang="en-US"/>
        </a:p>
      </dgm:t>
    </dgm:pt>
    <dgm:pt modelId="{CBBF4F29-8F21-48B6-8CBC-0B3DC9AC045A}">
      <dgm:prSet/>
      <dgm:spPr/>
      <dgm:t>
        <a:bodyPr/>
        <a:lstStyle/>
        <a:p>
          <a:r>
            <a:rPr lang="en-US"/>
            <a:t>- Grants access to booking features</a:t>
          </a:r>
        </a:p>
      </dgm:t>
    </dgm:pt>
    <dgm:pt modelId="{832C2AF7-06F1-4295-9A12-FB5DEF38C651}" type="parTrans" cxnId="{88E3E44F-F74F-427A-B79D-794B8D992C3A}">
      <dgm:prSet/>
      <dgm:spPr/>
      <dgm:t>
        <a:bodyPr/>
        <a:lstStyle/>
        <a:p>
          <a:endParaRPr lang="en-US"/>
        </a:p>
      </dgm:t>
    </dgm:pt>
    <dgm:pt modelId="{DB8D743F-317D-408E-B286-DA75C7F393BB}" type="sibTrans" cxnId="{88E3E44F-F74F-427A-B79D-794B8D992C3A}">
      <dgm:prSet/>
      <dgm:spPr/>
      <dgm:t>
        <a:bodyPr/>
        <a:lstStyle/>
        <a:p>
          <a:endParaRPr lang="en-US"/>
        </a:p>
      </dgm:t>
    </dgm:pt>
    <dgm:pt modelId="{CA184FB9-DD55-45E9-8865-37DB1389DEB9}" type="pres">
      <dgm:prSet presAssocID="{4C299819-9004-42AF-82BB-3A389DCAAC92}" presName="vert0" presStyleCnt="0">
        <dgm:presLayoutVars>
          <dgm:dir/>
          <dgm:animOne val="branch"/>
          <dgm:animLvl val="lvl"/>
        </dgm:presLayoutVars>
      </dgm:prSet>
      <dgm:spPr/>
    </dgm:pt>
    <dgm:pt modelId="{D82BFC65-FD74-4B5D-898B-0FA3E35DDAD7}" type="pres">
      <dgm:prSet presAssocID="{FE959853-BDAD-455B-955B-3A9C702886AC}" presName="thickLine" presStyleLbl="alignNode1" presStyleIdx="0" presStyleCnt="6"/>
      <dgm:spPr/>
    </dgm:pt>
    <dgm:pt modelId="{AF03E0AD-09CD-4DC0-A7BE-45C1E9DA8E96}" type="pres">
      <dgm:prSet presAssocID="{FE959853-BDAD-455B-955B-3A9C702886AC}" presName="horz1" presStyleCnt="0"/>
      <dgm:spPr/>
    </dgm:pt>
    <dgm:pt modelId="{A29196B3-4073-43C2-998C-A4F3579C37C3}" type="pres">
      <dgm:prSet presAssocID="{FE959853-BDAD-455B-955B-3A9C702886AC}" presName="tx1" presStyleLbl="revTx" presStyleIdx="0" presStyleCnt="6"/>
      <dgm:spPr/>
    </dgm:pt>
    <dgm:pt modelId="{493741A8-C114-4D27-A1B9-87395C0D20FD}" type="pres">
      <dgm:prSet presAssocID="{FE959853-BDAD-455B-955B-3A9C702886AC}" presName="vert1" presStyleCnt="0"/>
      <dgm:spPr/>
    </dgm:pt>
    <dgm:pt modelId="{53B12D26-E56E-4BA8-8601-D798DC6B839B}" type="pres">
      <dgm:prSet presAssocID="{F16CB9CE-6CF3-4D75-AA07-E7B1A521625D}" presName="thickLine" presStyleLbl="alignNode1" presStyleIdx="1" presStyleCnt="6"/>
      <dgm:spPr/>
    </dgm:pt>
    <dgm:pt modelId="{3F71A43B-05D3-4A37-8D28-D46BAEE66DF7}" type="pres">
      <dgm:prSet presAssocID="{F16CB9CE-6CF3-4D75-AA07-E7B1A521625D}" presName="horz1" presStyleCnt="0"/>
      <dgm:spPr/>
    </dgm:pt>
    <dgm:pt modelId="{E3A4AB73-D908-473E-BACF-CE2D6F3577D8}" type="pres">
      <dgm:prSet presAssocID="{F16CB9CE-6CF3-4D75-AA07-E7B1A521625D}" presName="tx1" presStyleLbl="revTx" presStyleIdx="1" presStyleCnt="6"/>
      <dgm:spPr/>
    </dgm:pt>
    <dgm:pt modelId="{0E8CB7AA-CD03-4B56-BD36-F0157FB57260}" type="pres">
      <dgm:prSet presAssocID="{F16CB9CE-6CF3-4D75-AA07-E7B1A521625D}" presName="vert1" presStyleCnt="0"/>
      <dgm:spPr/>
    </dgm:pt>
    <dgm:pt modelId="{663F407E-F82F-4B5B-BF8F-594393779661}" type="pres">
      <dgm:prSet presAssocID="{A16C4911-97F0-45D4-A652-E7FF083A4536}" presName="thickLine" presStyleLbl="alignNode1" presStyleIdx="2" presStyleCnt="6"/>
      <dgm:spPr/>
    </dgm:pt>
    <dgm:pt modelId="{D160F68D-DF16-4922-801A-29D25F4476D1}" type="pres">
      <dgm:prSet presAssocID="{A16C4911-97F0-45D4-A652-E7FF083A4536}" presName="horz1" presStyleCnt="0"/>
      <dgm:spPr/>
    </dgm:pt>
    <dgm:pt modelId="{FF2475D6-8F66-49F7-9C5F-D2C386BB1474}" type="pres">
      <dgm:prSet presAssocID="{A16C4911-97F0-45D4-A652-E7FF083A4536}" presName="tx1" presStyleLbl="revTx" presStyleIdx="2" presStyleCnt="6"/>
      <dgm:spPr/>
    </dgm:pt>
    <dgm:pt modelId="{426AF6FB-9CC4-41FC-B2E5-BBE1E13E3C09}" type="pres">
      <dgm:prSet presAssocID="{A16C4911-97F0-45D4-A652-E7FF083A4536}" presName="vert1" presStyleCnt="0"/>
      <dgm:spPr/>
    </dgm:pt>
    <dgm:pt modelId="{57533768-9514-46B9-8380-444FDDF64330}" type="pres">
      <dgm:prSet presAssocID="{38F2C7F0-5A5D-4A22-9CCC-0134A00B1B0C}" presName="thickLine" presStyleLbl="alignNode1" presStyleIdx="3" presStyleCnt="6"/>
      <dgm:spPr/>
    </dgm:pt>
    <dgm:pt modelId="{148D64DB-9C91-472F-95B7-BC9C45E9761F}" type="pres">
      <dgm:prSet presAssocID="{38F2C7F0-5A5D-4A22-9CCC-0134A00B1B0C}" presName="horz1" presStyleCnt="0"/>
      <dgm:spPr/>
    </dgm:pt>
    <dgm:pt modelId="{D775D261-C4ED-4BFD-A03D-DAE088D21F9E}" type="pres">
      <dgm:prSet presAssocID="{38F2C7F0-5A5D-4A22-9CCC-0134A00B1B0C}" presName="tx1" presStyleLbl="revTx" presStyleIdx="3" presStyleCnt="6"/>
      <dgm:spPr/>
    </dgm:pt>
    <dgm:pt modelId="{17A5D83C-AC09-401A-B142-6AF8B09111C4}" type="pres">
      <dgm:prSet presAssocID="{38F2C7F0-5A5D-4A22-9CCC-0134A00B1B0C}" presName="vert1" presStyleCnt="0"/>
      <dgm:spPr/>
    </dgm:pt>
    <dgm:pt modelId="{C055F9C6-BBDA-4270-8F62-97158427D9D7}" type="pres">
      <dgm:prSet presAssocID="{B5409620-D5F6-4CA8-9088-610474701CA6}" presName="thickLine" presStyleLbl="alignNode1" presStyleIdx="4" presStyleCnt="6"/>
      <dgm:spPr/>
    </dgm:pt>
    <dgm:pt modelId="{1854A90A-EC61-45EC-AF80-2364CCAFB00C}" type="pres">
      <dgm:prSet presAssocID="{B5409620-D5F6-4CA8-9088-610474701CA6}" presName="horz1" presStyleCnt="0"/>
      <dgm:spPr/>
    </dgm:pt>
    <dgm:pt modelId="{80CC3E1E-8B37-4FEC-B7BC-98B4C42AF266}" type="pres">
      <dgm:prSet presAssocID="{B5409620-D5F6-4CA8-9088-610474701CA6}" presName="tx1" presStyleLbl="revTx" presStyleIdx="4" presStyleCnt="6"/>
      <dgm:spPr/>
    </dgm:pt>
    <dgm:pt modelId="{C3EC55D2-B1EC-4306-9758-50200EE5A3FE}" type="pres">
      <dgm:prSet presAssocID="{B5409620-D5F6-4CA8-9088-610474701CA6}" presName="vert1" presStyleCnt="0"/>
      <dgm:spPr/>
    </dgm:pt>
    <dgm:pt modelId="{05D7674A-99EB-47ED-AAAB-126A54F4911C}" type="pres">
      <dgm:prSet presAssocID="{CBBF4F29-8F21-48B6-8CBC-0B3DC9AC045A}" presName="thickLine" presStyleLbl="alignNode1" presStyleIdx="5" presStyleCnt="6"/>
      <dgm:spPr/>
    </dgm:pt>
    <dgm:pt modelId="{7A6B72ED-00F3-43E3-957E-1B7BBB3D4FDB}" type="pres">
      <dgm:prSet presAssocID="{CBBF4F29-8F21-48B6-8CBC-0B3DC9AC045A}" presName="horz1" presStyleCnt="0"/>
      <dgm:spPr/>
    </dgm:pt>
    <dgm:pt modelId="{EF89CE31-5752-48C9-A3C9-01506710CB0C}" type="pres">
      <dgm:prSet presAssocID="{CBBF4F29-8F21-48B6-8CBC-0B3DC9AC045A}" presName="tx1" presStyleLbl="revTx" presStyleIdx="5" presStyleCnt="6"/>
      <dgm:spPr/>
    </dgm:pt>
    <dgm:pt modelId="{6F1ED35A-1F2F-4D59-823A-BEFD80A4E6CB}" type="pres">
      <dgm:prSet presAssocID="{CBBF4F29-8F21-48B6-8CBC-0B3DC9AC045A}" presName="vert1" presStyleCnt="0"/>
      <dgm:spPr/>
    </dgm:pt>
  </dgm:ptLst>
  <dgm:cxnLst>
    <dgm:cxn modelId="{6C290D20-354D-40F6-B967-4BA5EFDB0067}" srcId="{4C299819-9004-42AF-82BB-3A389DCAAC92}" destId="{FE959853-BDAD-455B-955B-3A9C702886AC}" srcOrd="0" destOrd="0" parTransId="{2A8B4E64-C0C3-4360-BA55-DD9CBEC8F477}" sibTransId="{DA579989-8D38-477A-9DC5-8AC44B07C2A7}"/>
    <dgm:cxn modelId="{F627BC30-243A-4730-AC3C-1D060B658DD6}" type="presOf" srcId="{A16C4911-97F0-45D4-A652-E7FF083A4536}" destId="{FF2475D6-8F66-49F7-9C5F-D2C386BB1474}" srcOrd="0" destOrd="0" presId="urn:microsoft.com/office/officeart/2008/layout/LinedList"/>
    <dgm:cxn modelId="{88E3E44F-F74F-427A-B79D-794B8D992C3A}" srcId="{4C299819-9004-42AF-82BB-3A389DCAAC92}" destId="{CBBF4F29-8F21-48B6-8CBC-0B3DC9AC045A}" srcOrd="5" destOrd="0" parTransId="{832C2AF7-06F1-4295-9A12-FB5DEF38C651}" sibTransId="{DB8D743F-317D-408E-B286-DA75C7F393BB}"/>
    <dgm:cxn modelId="{A4943798-E6D6-4B9F-8706-0EC867DE6288}" srcId="{4C299819-9004-42AF-82BB-3A389DCAAC92}" destId="{38F2C7F0-5A5D-4A22-9CCC-0134A00B1B0C}" srcOrd="3" destOrd="0" parTransId="{2D2E5C38-5E1D-498E-8E7E-872F78802F33}" sibTransId="{01D40E70-25C7-4080-9B23-FAB33F8B662A}"/>
    <dgm:cxn modelId="{C2E1FD9F-D240-4541-8BF7-6DA5AB104F28}" type="presOf" srcId="{B5409620-D5F6-4CA8-9088-610474701CA6}" destId="{80CC3E1E-8B37-4FEC-B7BC-98B4C42AF266}" srcOrd="0" destOrd="0" presId="urn:microsoft.com/office/officeart/2008/layout/LinedList"/>
    <dgm:cxn modelId="{60EB6AA1-986C-4C41-9ADE-9725DB2A04C9}" srcId="{4C299819-9004-42AF-82BB-3A389DCAAC92}" destId="{B5409620-D5F6-4CA8-9088-610474701CA6}" srcOrd="4" destOrd="0" parTransId="{729BFDE6-636B-4EE7-985A-CDE7E1A4296D}" sibTransId="{E9506D71-C807-45FA-8409-FE5B059FA7D7}"/>
    <dgm:cxn modelId="{4EA10EB6-5868-4779-B920-0CB87C5F737D}" type="presOf" srcId="{CBBF4F29-8F21-48B6-8CBC-0B3DC9AC045A}" destId="{EF89CE31-5752-48C9-A3C9-01506710CB0C}" srcOrd="0" destOrd="0" presId="urn:microsoft.com/office/officeart/2008/layout/LinedList"/>
    <dgm:cxn modelId="{238B5BBB-9B9C-48E4-A625-3A3387CB8C9D}" srcId="{4C299819-9004-42AF-82BB-3A389DCAAC92}" destId="{A16C4911-97F0-45D4-A652-E7FF083A4536}" srcOrd="2" destOrd="0" parTransId="{07083B7C-D8AB-4CE0-BCD6-6F212F45A558}" sibTransId="{18D1DCC3-0381-4D1D-B3C4-F0E454284E73}"/>
    <dgm:cxn modelId="{DBC7ABC2-9D00-41FF-A1F9-99FED813E4C6}" type="presOf" srcId="{4C299819-9004-42AF-82BB-3A389DCAAC92}" destId="{CA184FB9-DD55-45E9-8865-37DB1389DEB9}" srcOrd="0" destOrd="0" presId="urn:microsoft.com/office/officeart/2008/layout/LinedList"/>
    <dgm:cxn modelId="{D8F5E1CD-A5C4-4403-B05B-0C4B6B8A6469}" type="presOf" srcId="{FE959853-BDAD-455B-955B-3A9C702886AC}" destId="{A29196B3-4073-43C2-998C-A4F3579C37C3}" srcOrd="0" destOrd="0" presId="urn:microsoft.com/office/officeart/2008/layout/LinedList"/>
    <dgm:cxn modelId="{84701FD1-B4AC-4EE2-9678-810BF0D27203}" type="presOf" srcId="{F16CB9CE-6CF3-4D75-AA07-E7B1A521625D}" destId="{E3A4AB73-D908-473E-BACF-CE2D6F3577D8}" srcOrd="0" destOrd="0" presId="urn:microsoft.com/office/officeart/2008/layout/LinedList"/>
    <dgm:cxn modelId="{1E0C6AE6-FA46-48D3-95EE-1D82A3E8E300}" srcId="{4C299819-9004-42AF-82BB-3A389DCAAC92}" destId="{F16CB9CE-6CF3-4D75-AA07-E7B1A521625D}" srcOrd="1" destOrd="0" parTransId="{4C103D58-A155-40F2-8765-7C1B528156B4}" sibTransId="{843ED070-9784-44C8-B38E-A28FBD93DD6F}"/>
    <dgm:cxn modelId="{B4201AFD-1071-45C0-9CCB-850D0DE0F301}" type="presOf" srcId="{38F2C7F0-5A5D-4A22-9CCC-0134A00B1B0C}" destId="{D775D261-C4ED-4BFD-A03D-DAE088D21F9E}" srcOrd="0" destOrd="0" presId="urn:microsoft.com/office/officeart/2008/layout/LinedList"/>
    <dgm:cxn modelId="{6E25E4AF-008E-4890-9D9C-1B5C72D70177}" type="presParOf" srcId="{CA184FB9-DD55-45E9-8865-37DB1389DEB9}" destId="{D82BFC65-FD74-4B5D-898B-0FA3E35DDAD7}" srcOrd="0" destOrd="0" presId="urn:microsoft.com/office/officeart/2008/layout/LinedList"/>
    <dgm:cxn modelId="{9D5656D6-7ABA-473E-B592-C008A4741BEE}" type="presParOf" srcId="{CA184FB9-DD55-45E9-8865-37DB1389DEB9}" destId="{AF03E0AD-09CD-4DC0-A7BE-45C1E9DA8E96}" srcOrd="1" destOrd="0" presId="urn:microsoft.com/office/officeart/2008/layout/LinedList"/>
    <dgm:cxn modelId="{E16B620B-426A-43A4-8121-11FF4DC7FEEE}" type="presParOf" srcId="{AF03E0AD-09CD-4DC0-A7BE-45C1E9DA8E96}" destId="{A29196B3-4073-43C2-998C-A4F3579C37C3}" srcOrd="0" destOrd="0" presId="urn:microsoft.com/office/officeart/2008/layout/LinedList"/>
    <dgm:cxn modelId="{CCE7637A-E79B-44E0-9820-6BDD46F6A82C}" type="presParOf" srcId="{AF03E0AD-09CD-4DC0-A7BE-45C1E9DA8E96}" destId="{493741A8-C114-4D27-A1B9-87395C0D20FD}" srcOrd="1" destOrd="0" presId="urn:microsoft.com/office/officeart/2008/layout/LinedList"/>
    <dgm:cxn modelId="{7A8B9450-2E24-4E6A-A253-C187338252D1}" type="presParOf" srcId="{CA184FB9-DD55-45E9-8865-37DB1389DEB9}" destId="{53B12D26-E56E-4BA8-8601-D798DC6B839B}" srcOrd="2" destOrd="0" presId="urn:microsoft.com/office/officeart/2008/layout/LinedList"/>
    <dgm:cxn modelId="{1F25E6BF-BD66-4710-A26D-96BAFFED7650}" type="presParOf" srcId="{CA184FB9-DD55-45E9-8865-37DB1389DEB9}" destId="{3F71A43B-05D3-4A37-8D28-D46BAEE66DF7}" srcOrd="3" destOrd="0" presId="urn:microsoft.com/office/officeart/2008/layout/LinedList"/>
    <dgm:cxn modelId="{AE654F65-91D8-42E3-8BAD-64623BE853DC}" type="presParOf" srcId="{3F71A43B-05D3-4A37-8D28-D46BAEE66DF7}" destId="{E3A4AB73-D908-473E-BACF-CE2D6F3577D8}" srcOrd="0" destOrd="0" presId="urn:microsoft.com/office/officeart/2008/layout/LinedList"/>
    <dgm:cxn modelId="{7002ED60-D419-4B63-B07F-4F510874F5A8}" type="presParOf" srcId="{3F71A43B-05D3-4A37-8D28-D46BAEE66DF7}" destId="{0E8CB7AA-CD03-4B56-BD36-F0157FB57260}" srcOrd="1" destOrd="0" presId="urn:microsoft.com/office/officeart/2008/layout/LinedList"/>
    <dgm:cxn modelId="{481A136D-66BC-4E2C-A452-14EFD126732B}" type="presParOf" srcId="{CA184FB9-DD55-45E9-8865-37DB1389DEB9}" destId="{663F407E-F82F-4B5B-BF8F-594393779661}" srcOrd="4" destOrd="0" presId="urn:microsoft.com/office/officeart/2008/layout/LinedList"/>
    <dgm:cxn modelId="{57D299EB-DF92-4E8B-B98A-10B6811344C9}" type="presParOf" srcId="{CA184FB9-DD55-45E9-8865-37DB1389DEB9}" destId="{D160F68D-DF16-4922-801A-29D25F4476D1}" srcOrd="5" destOrd="0" presId="urn:microsoft.com/office/officeart/2008/layout/LinedList"/>
    <dgm:cxn modelId="{EB833342-E297-44F2-A01B-B004D793197D}" type="presParOf" srcId="{D160F68D-DF16-4922-801A-29D25F4476D1}" destId="{FF2475D6-8F66-49F7-9C5F-D2C386BB1474}" srcOrd="0" destOrd="0" presId="urn:microsoft.com/office/officeart/2008/layout/LinedList"/>
    <dgm:cxn modelId="{4DD2D6C4-9C6E-4BE7-860F-D84B86E5CF9E}" type="presParOf" srcId="{D160F68D-DF16-4922-801A-29D25F4476D1}" destId="{426AF6FB-9CC4-41FC-B2E5-BBE1E13E3C09}" srcOrd="1" destOrd="0" presId="urn:microsoft.com/office/officeart/2008/layout/LinedList"/>
    <dgm:cxn modelId="{C8534E4D-BF59-4D1A-BC52-A957E90D8DA4}" type="presParOf" srcId="{CA184FB9-DD55-45E9-8865-37DB1389DEB9}" destId="{57533768-9514-46B9-8380-444FDDF64330}" srcOrd="6" destOrd="0" presId="urn:microsoft.com/office/officeart/2008/layout/LinedList"/>
    <dgm:cxn modelId="{9B2775CD-081C-440B-A32A-8B4239B18A25}" type="presParOf" srcId="{CA184FB9-DD55-45E9-8865-37DB1389DEB9}" destId="{148D64DB-9C91-472F-95B7-BC9C45E9761F}" srcOrd="7" destOrd="0" presId="urn:microsoft.com/office/officeart/2008/layout/LinedList"/>
    <dgm:cxn modelId="{0844B691-2227-4C37-8ABC-FD716996B5EE}" type="presParOf" srcId="{148D64DB-9C91-472F-95B7-BC9C45E9761F}" destId="{D775D261-C4ED-4BFD-A03D-DAE088D21F9E}" srcOrd="0" destOrd="0" presId="urn:microsoft.com/office/officeart/2008/layout/LinedList"/>
    <dgm:cxn modelId="{E79F41EB-38B1-4F08-8630-C4CB496C384A}" type="presParOf" srcId="{148D64DB-9C91-472F-95B7-BC9C45E9761F}" destId="{17A5D83C-AC09-401A-B142-6AF8B09111C4}" srcOrd="1" destOrd="0" presId="urn:microsoft.com/office/officeart/2008/layout/LinedList"/>
    <dgm:cxn modelId="{032F8302-717A-4387-93A8-1D592BCBC29C}" type="presParOf" srcId="{CA184FB9-DD55-45E9-8865-37DB1389DEB9}" destId="{C055F9C6-BBDA-4270-8F62-97158427D9D7}" srcOrd="8" destOrd="0" presId="urn:microsoft.com/office/officeart/2008/layout/LinedList"/>
    <dgm:cxn modelId="{89A353EE-8123-413D-A0F7-945E5A101026}" type="presParOf" srcId="{CA184FB9-DD55-45E9-8865-37DB1389DEB9}" destId="{1854A90A-EC61-45EC-AF80-2364CCAFB00C}" srcOrd="9" destOrd="0" presId="urn:microsoft.com/office/officeart/2008/layout/LinedList"/>
    <dgm:cxn modelId="{7ECAF91D-12DD-4354-8AC7-37AFBEF16C7D}" type="presParOf" srcId="{1854A90A-EC61-45EC-AF80-2364CCAFB00C}" destId="{80CC3E1E-8B37-4FEC-B7BC-98B4C42AF266}" srcOrd="0" destOrd="0" presId="urn:microsoft.com/office/officeart/2008/layout/LinedList"/>
    <dgm:cxn modelId="{5FDF977B-8305-4056-AC31-33CEFED5B903}" type="presParOf" srcId="{1854A90A-EC61-45EC-AF80-2364CCAFB00C}" destId="{C3EC55D2-B1EC-4306-9758-50200EE5A3FE}" srcOrd="1" destOrd="0" presId="urn:microsoft.com/office/officeart/2008/layout/LinedList"/>
    <dgm:cxn modelId="{412943C7-8A6A-43B0-B5FD-48598BB2AA07}" type="presParOf" srcId="{CA184FB9-DD55-45E9-8865-37DB1389DEB9}" destId="{05D7674A-99EB-47ED-AAAB-126A54F4911C}" srcOrd="10" destOrd="0" presId="urn:microsoft.com/office/officeart/2008/layout/LinedList"/>
    <dgm:cxn modelId="{147FCB53-AB2E-42A4-A61D-3E836D463C76}" type="presParOf" srcId="{CA184FB9-DD55-45E9-8865-37DB1389DEB9}" destId="{7A6B72ED-00F3-43E3-957E-1B7BBB3D4FDB}" srcOrd="11" destOrd="0" presId="urn:microsoft.com/office/officeart/2008/layout/LinedList"/>
    <dgm:cxn modelId="{DB82544C-8905-4344-AE2B-6C414D2F5788}" type="presParOf" srcId="{7A6B72ED-00F3-43E3-957E-1B7BBB3D4FDB}" destId="{EF89CE31-5752-48C9-A3C9-01506710CB0C}" srcOrd="0" destOrd="0" presId="urn:microsoft.com/office/officeart/2008/layout/LinedList"/>
    <dgm:cxn modelId="{563B802C-95A2-4D42-A8F7-9F025C155F46}" type="presParOf" srcId="{7A6B72ED-00F3-43E3-957E-1B7BBB3D4FDB}" destId="{6F1ED35A-1F2F-4D59-823A-BEFD80A4E6C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5C074CE-0B05-4711-91F0-F0DD81B7788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CFF26A7-112D-4DE7-8441-47DE6EA30B98}">
      <dgm:prSet/>
      <dgm:spPr/>
      <dgm:t>
        <a:bodyPr/>
        <a:lstStyle/>
        <a:p>
          <a:r>
            <a:rPr lang="en-US"/>
            <a:t>- Simple and effective ticket booking system</a:t>
          </a:r>
        </a:p>
      </dgm:t>
    </dgm:pt>
    <dgm:pt modelId="{7743F90B-F0C1-41AA-A17B-EF62B6E16E6F}" type="parTrans" cxnId="{D7217D5F-9DBA-4C39-A50C-62F795D91772}">
      <dgm:prSet/>
      <dgm:spPr/>
      <dgm:t>
        <a:bodyPr/>
        <a:lstStyle/>
        <a:p>
          <a:endParaRPr lang="en-US"/>
        </a:p>
      </dgm:t>
    </dgm:pt>
    <dgm:pt modelId="{74F0237A-F512-4C48-A9D1-D32D5CFFAC24}" type="sibTrans" cxnId="{D7217D5F-9DBA-4C39-A50C-62F795D91772}">
      <dgm:prSet/>
      <dgm:spPr/>
      <dgm:t>
        <a:bodyPr/>
        <a:lstStyle/>
        <a:p>
          <a:endParaRPr lang="en-US"/>
        </a:p>
      </dgm:t>
    </dgm:pt>
    <dgm:pt modelId="{6CB660AF-FBD9-46CA-9AB9-07424B0FF27A}">
      <dgm:prSet/>
      <dgm:spPr/>
      <dgm:t>
        <a:bodyPr/>
        <a:lstStyle/>
        <a:p>
          <a:r>
            <a:rPr lang="en-US" dirty="0"/>
            <a:t>- Demonstrates:</a:t>
          </a:r>
        </a:p>
      </dgm:t>
    </dgm:pt>
    <dgm:pt modelId="{78ABEECA-A878-4A88-BB8B-DD8473194721}" type="parTrans" cxnId="{2191EA86-9953-480F-AC8D-8DFEA962356B}">
      <dgm:prSet/>
      <dgm:spPr/>
      <dgm:t>
        <a:bodyPr/>
        <a:lstStyle/>
        <a:p>
          <a:endParaRPr lang="en-US"/>
        </a:p>
      </dgm:t>
    </dgm:pt>
    <dgm:pt modelId="{D600006A-05DC-4869-B2B0-E94FE0D7E1CB}" type="sibTrans" cxnId="{2191EA86-9953-480F-AC8D-8DFEA962356B}">
      <dgm:prSet/>
      <dgm:spPr/>
      <dgm:t>
        <a:bodyPr/>
        <a:lstStyle/>
        <a:p>
          <a:endParaRPr lang="en-US"/>
        </a:p>
      </dgm:t>
    </dgm:pt>
    <dgm:pt modelId="{C8D179D6-F23C-492E-BF0E-648DB57D77E2}">
      <dgm:prSet/>
      <dgm:spPr/>
      <dgm:t>
        <a:bodyPr/>
        <a:lstStyle/>
        <a:p>
          <a:r>
            <a:rPr lang="en-US"/>
            <a:t>- File handling</a:t>
          </a:r>
        </a:p>
      </dgm:t>
    </dgm:pt>
    <dgm:pt modelId="{E35A0493-D3CC-4606-9C26-91D638B6DC79}" type="parTrans" cxnId="{97848BEF-E18E-4DDA-A8B1-BEB539619E41}">
      <dgm:prSet/>
      <dgm:spPr/>
      <dgm:t>
        <a:bodyPr/>
        <a:lstStyle/>
        <a:p>
          <a:endParaRPr lang="en-US"/>
        </a:p>
      </dgm:t>
    </dgm:pt>
    <dgm:pt modelId="{1BA3EA45-8D19-4FE9-B8F7-5378EF5D1202}" type="sibTrans" cxnId="{97848BEF-E18E-4DDA-A8B1-BEB539619E41}">
      <dgm:prSet/>
      <dgm:spPr/>
      <dgm:t>
        <a:bodyPr/>
        <a:lstStyle/>
        <a:p>
          <a:endParaRPr lang="en-US"/>
        </a:p>
      </dgm:t>
    </dgm:pt>
    <dgm:pt modelId="{0928289D-35BB-40ED-9BEF-38B54C480ACC}">
      <dgm:prSet/>
      <dgm:spPr/>
      <dgm:t>
        <a:bodyPr/>
        <a:lstStyle/>
        <a:p>
          <a:r>
            <a:rPr lang="en-US"/>
            <a:t>- Structures and arrays</a:t>
          </a:r>
        </a:p>
      </dgm:t>
    </dgm:pt>
    <dgm:pt modelId="{95A994CB-05F3-4C94-B120-A9B4AE41B0E2}" type="parTrans" cxnId="{C54CC9EE-6408-44AA-890E-6500E62AF0EA}">
      <dgm:prSet/>
      <dgm:spPr/>
      <dgm:t>
        <a:bodyPr/>
        <a:lstStyle/>
        <a:p>
          <a:endParaRPr lang="en-US"/>
        </a:p>
      </dgm:t>
    </dgm:pt>
    <dgm:pt modelId="{AD254C11-22C4-43AE-8533-186B86B363B5}" type="sibTrans" cxnId="{C54CC9EE-6408-44AA-890E-6500E62AF0EA}">
      <dgm:prSet/>
      <dgm:spPr/>
      <dgm:t>
        <a:bodyPr/>
        <a:lstStyle/>
        <a:p>
          <a:endParaRPr lang="en-US"/>
        </a:p>
      </dgm:t>
    </dgm:pt>
    <dgm:pt modelId="{B72ED1DC-C6D1-4DA1-8DC1-B276716B060B}">
      <dgm:prSet/>
      <dgm:spPr/>
      <dgm:t>
        <a:bodyPr/>
        <a:lstStyle/>
        <a:p>
          <a:r>
            <a:rPr lang="en-US"/>
            <a:t>- Real-world application in C</a:t>
          </a:r>
        </a:p>
      </dgm:t>
    </dgm:pt>
    <dgm:pt modelId="{5418C06C-3EB2-4725-83B3-FA9F0989B44B}" type="parTrans" cxnId="{9C860D64-6813-4D64-8FC9-043B5A22A124}">
      <dgm:prSet/>
      <dgm:spPr/>
      <dgm:t>
        <a:bodyPr/>
        <a:lstStyle/>
        <a:p>
          <a:endParaRPr lang="en-US"/>
        </a:p>
      </dgm:t>
    </dgm:pt>
    <dgm:pt modelId="{69A86677-A897-43D7-8DF3-AE7652599C9D}" type="sibTrans" cxnId="{9C860D64-6813-4D64-8FC9-043B5A22A124}">
      <dgm:prSet/>
      <dgm:spPr/>
      <dgm:t>
        <a:bodyPr/>
        <a:lstStyle/>
        <a:p>
          <a:endParaRPr lang="en-US"/>
        </a:p>
      </dgm:t>
    </dgm:pt>
    <dgm:pt modelId="{4B66518E-B93B-4950-AC8B-514180554726}" type="pres">
      <dgm:prSet presAssocID="{95C074CE-0B05-4711-91F0-F0DD81B77882}" presName="vert0" presStyleCnt="0">
        <dgm:presLayoutVars>
          <dgm:dir/>
          <dgm:animOne val="branch"/>
          <dgm:animLvl val="lvl"/>
        </dgm:presLayoutVars>
      </dgm:prSet>
      <dgm:spPr/>
    </dgm:pt>
    <dgm:pt modelId="{B960D1B0-9B39-4D88-BBB2-728214AF6C87}" type="pres">
      <dgm:prSet presAssocID="{4CFF26A7-112D-4DE7-8441-47DE6EA30B98}" presName="thickLine" presStyleLbl="alignNode1" presStyleIdx="0" presStyleCnt="5"/>
      <dgm:spPr/>
    </dgm:pt>
    <dgm:pt modelId="{B4718098-E977-4C70-AC4F-23F40D81E514}" type="pres">
      <dgm:prSet presAssocID="{4CFF26A7-112D-4DE7-8441-47DE6EA30B98}" presName="horz1" presStyleCnt="0"/>
      <dgm:spPr/>
    </dgm:pt>
    <dgm:pt modelId="{C92FA968-EB40-404D-9931-A7B30370BFC8}" type="pres">
      <dgm:prSet presAssocID="{4CFF26A7-112D-4DE7-8441-47DE6EA30B98}" presName="tx1" presStyleLbl="revTx" presStyleIdx="0" presStyleCnt="5"/>
      <dgm:spPr/>
    </dgm:pt>
    <dgm:pt modelId="{5E8825A6-FF14-4DA3-BD19-F6A1580F4630}" type="pres">
      <dgm:prSet presAssocID="{4CFF26A7-112D-4DE7-8441-47DE6EA30B98}" presName="vert1" presStyleCnt="0"/>
      <dgm:spPr/>
    </dgm:pt>
    <dgm:pt modelId="{7645B434-2BC0-47B0-BD81-42842B10F972}" type="pres">
      <dgm:prSet presAssocID="{6CB660AF-FBD9-46CA-9AB9-07424B0FF27A}" presName="thickLine" presStyleLbl="alignNode1" presStyleIdx="1" presStyleCnt="5"/>
      <dgm:spPr/>
    </dgm:pt>
    <dgm:pt modelId="{9A7071FE-70E1-4E3C-85B2-599EA1D446C6}" type="pres">
      <dgm:prSet presAssocID="{6CB660AF-FBD9-46CA-9AB9-07424B0FF27A}" presName="horz1" presStyleCnt="0"/>
      <dgm:spPr/>
    </dgm:pt>
    <dgm:pt modelId="{B1461595-80B3-4E36-8E25-090737BF56BD}" type="pres">
      <dgm:prSet presAssocID="{6CB660AF-FBD9-46CA-9AB9-07424B0FF27A}" presName="tx1" presStyleLbl="revTx" presStyleIdx="1" presStyleCnt="5"/>
      <dgm:spPr/>
    </dgm:pt>
    <dgm:pt modelId="{22500BAC-7120-4501-86A4-C9FA031980E6}" type="pres">
      <dgm:prSet presAssocID="{6CB660AF-FBD9-46CA-9AB9-07424B0FF27A}" presName="vert1" presStyleCnt="0"/>
      <dgm:spPr/>
    </dgm:pt>
    <dgm:pt modelId="{64C997ED-99B5-4BA0-BC4C-2D130E7F6948}" type="pres">
      <dgm:prSet presAssocID="{C8D179D6-F23C-492E-BF0E-648DB57D77E2}" presName="thickLine" presStyleLbl="alignNode1" presStyleIdx="2" presStyleCnt="5"/>
      <dgm:spPr/>
    </dgm:pt>
    <dgm:pt modelId="{403568A7-B0BF-49F6-9E52-041A17A45A8D}" type="pres">
      <dgm:prSet presAssocID="{C8D179D6-F23C-492E-BF0E-648DB57D77E2}" presName="horz1" presStyleCnt="0"/>
      <dgm:spPr/>
    </dgm:pt>
    <dgm:pt modelId="{4BDCE517-8446-4079-B55D-6A956EF38258}" type="pres">
      <dgm:prSet presAssocID="{C8D179D6-F23C-492E-BF0E-648DB57D77E2}" presName="tx1" presStyleLbl="revTx" presStyleIdx="2" presStyleCnt="5"/>
      <dgm:spPr/>
    </dgm:pt>
    <dgm:pt modelId="{D11D85EA-6CC4-4CFD-A888-1D04AA85D241}" type="pres">
      <dgm:prSet presAssocID="{C8D179D6-F23C-492E-BF0E-648DB57D77E2}" presName="vert1" presStyleCnt="0"/>
      <dgm:spPr/>
    </dgm:pt>
    <dgm:pt modelId="{B677E4AA-A1EE-4257-86CC-E1476A79AEB1}" type="pres">
      <dgm:prSet presAssocID="{0928289D-35BB-40ED-9BEF-38B54C480ACC}" presName="thickLine" presStyleLbl="alignNode1" presStyleIdx="3" presStyleCnt="5"/>
      <dgm:spPr/>
    </dgm:pt>
    <dgm:pt modelId="{50006117-FC8D-47B6-BDCA-459783D5B17D}" type="pres">
      <dgm:prSet presAssocID="{0928289D-35BB-40ED-9BEF-38B54C480ACC}" presName="horz1" presStyleCnt="0"/>
      <dgm:spPr/>
    </dgm:pt>
    <dgm:pt modelId="{2BC194BB-9FAB-4522-BD57-861FB156CF94}" type="pres">
      <dgm:prSet presAssocID="{0928289D-35BB-40ED-9BEF-38B54C480ACC}" presName="tx1" presStyleLbl="revTx" presStyleIdx="3" presStyleCnt="5"/>
      <dgm:spPr/>
    </dgm:pt>
    <dgm:pt modelId="{C1D5AD05-39C5-491B-A32F-55DB1790D307}" type="pres">
      <dgm:prSet presAssocID="{0928289D-35BB-40ED-9BEF-38B54C480ACC}" presName="vert1" presStyleCnt="0"/>
      <dgm:spPr/>
    </dgm:pt>
    <dgm:pt modelId="{512D9E81-5C27-4AE5-9D43-91E5E697DBE5}" type="pres">
      <dgm:prSet presAssocID="{B72ED1DC-C6D1-4DA1-8DC1-B276716B060B}" presName="thickLine" presStyleLbl="alignNode1" presStyleIdx="4" presStyleCnt="5"/>
      <dgm:spPr/>
    </dgm:pt>
    <dgm:pt modelId="{C83377E2-DFD7-40A4-8CF5-14EAD2D0A9AE}" type="pres">
      <dgm:prSet presAssocID="{B72ED1DC-C6D1-4DA1-8DC1-B276716B060B}" presName="horz1" presStyleCnt="0"/>
      <dgm:spPr/>
    </dgm:pt>
    <dgm:pt modelId="{623DFDD3-789D-403D-B8EC-B21C9B5F48B9}" type="pres">
      <dgm:prSet presAssocID="{B72ED1DC-C6D1-4DA1-8DC1-B276716B060B}" presName="tx1" presStyleLbl="revTx" presStyleIdx="4" presStyleCnt="5"/>
      <dgm:spPr/>
    </dgm:pt>
    <dgm:pt modelId="{4F1441B0-F712-4D7D-98A5-8E94947EABFC}" type="pres">
      <dgm:prSet presAssocID="{B72ED1DC-C6D1-4DA1-8DC1-B276716B060B}" presName="vert1" presStyleCnt="0"/>
      <dgm:spPr/>
    </dgm:pt>
  </dgm:ptLst>
  <dgm:cxnLst>
    <dgm:cxn modelId="{D7217D5F-9DBA-4C39-A50C-62F795D91772}" srcId="{95C074CE-0B05-4711-91F0-F0DD81B77882}" destId="{4CFF26A7-112D-4DE7-8441-47DE6EA30B98}" srcOrd="0" destOrd="0" parTransId="{7743F90B-F0C1-41AA-A17B-EF62B6E16E6F}" sibTransId="{74F0237A-F512-4C48-A9D1-D32D5CFFAC24}"/>
    <dgm:cxn modelId="{9C860D64-6813-4D64-8FC9-043B5A22A124}" srcId="{95C074CE-0B05-4711-91F0-F0DD81B77882}" destId="{B72ED1DC-C6D1-4DA1-8DC1-B276716B060B}" srcOrd="4" destOrd="0" parTransId="{5418C06C-3EB2-4725-83B3-FA9F0989B44B}" sibTransId="{69A86677-A897-43D7-8DF3-AE7652599C9D}"/>
    <dgm:cxn modelId="{3770306B-4467-4C69-87D0-866AE7A2E19F}" type="presOf" srcId="{0928289D-35BB-40ED-9BEF-38B54C480ACC}" destId="{2BC194BB-9FAB-4522-BD57-861FB156CF94}" srcOrd="0" destOrd="0" presId="urn:microsoft.com/office/officeart/2008/layout/LinedList"/>
    <dgm:cxn modelId="{4A78DE6C-D7FA-4B4A-BE06-0FCDCC3375BF}" type="presOf" srcId="{4CFF26A7-112D-4DE7-8441-47DE6EA30B98}" destId="{C92FA968-EB40-404D-9931-A7B30370BFC8}" srcOrd="0" destOrd="0" presId="urn:microsoft.com/office/officeart/2008/layout/LinedList"/>
    <dgm:cxn modelId="{7DC95F7C-E4EA-428B-93F6-66E626329F8B}" type="presOf" srcId="{95C074CE-0B05-4711-91F0-F0DD81B77882}" destId="{4B66518E-B93B-4950-AC8B-514180554726}" srcOrd="0" destOrd="0" presId="urn:microsoft.com/office/officeart/2008/layout/LinedList"/>
    <dgm:cxn modelId="{2191EA86-9953-480F-AC8D-8DFEA962356B}" srcId="{95C074CE-0B05-4711-91F0-F0DD81B77882}" destId="{6CB660AF-FBD9-46CA-9AB9-07424B0FF27A}" srcOrd="1" destOrd="0" parTransId="{78ABEECA-A878-4A88-BB8B-DD8473194721}" sibTransId="{D600006A-05DC-4869-B2B0-E94FE0D7E1CB}"/>
    <dgm:cxn modelId="{A168F79F-0F7F-4E93-AEDB-2BCC73D0F116}" type="presOf" srcId="{C8D179D6-F23C-492E-BF0E-648DB57D77E2}" destId="{4BDCE517-8446-4079-B55D-6A956EF38258}" srcOrd="0" destOrd="0" presId="urn:microsoft.com/office/officeart/2008/layout/LinedList"/>
    <dgm:cxn modelId="{10E457B2-8061-4B6C-9EF5-83F55EB60A0A}" type="presOf" srcId="{B72ED1DC-C6D1-4DA1-8DC1-B276716B060B}" destId="{623DFDD3-789D-403D-B8EC-B21C9B5F48B9}" srcOrd="0" destOrd="0" presId="urn:microsoft.com/office/officeart/2008/layout/LinedList"/>
    <dgm:cxn modelId="{C54CC9EE-6408-44AA-890E-6500E62AF0EA}" srcId="{95C074CE-0B05-4711-91F0-F0DD81B77882}" destId="{0928289D-35BB-40ED-9BEF-38B54C480ACC}" srcOrd="3" destOrd="0" parTransId="{95A994CB-05F3-4C94-B120-A9B4AE41B0E2}" sibTransId="{AD254C11-22C4-43AE-8533-186B86B363B5}"/>
    <dgm:cxn modelId="{97848BEF-E18E-4DDA-A8B1-BEB539619E41}" srcId="{95C074CE-0B05-4711-91F0-F0DD81B77882}" destId="{C8D179D6-F23C-492E-BF0E-648DB57D77E2}" srcOrd="2" destOrd="0" parTransId="{E35A0493-D3CC-4606-9C26-91D638B6DC79}" sibTransId="{1BA3EA45-8D19-4FE9-B8F7-5378EF5D1202}"/>
    <dgm:cxn modelId="{B5F19DFE-E5A8-4C69-9825-CA9686BFE257}" type="presOf" srcId="{6CB660AF-FBD9-46CA-9AB9-07424B0FF27A}" destId="{B1461595-80B3-4E36-8E25-090737BF56BD}" srcOrd="0" destOrd="0" presId="urn:microsoft.com/office/officeart/2008/layout/LinedList"/>
    <dgm:cxn modelId="{29C7F5C5-25DC-4543-AFD0-548B0953044C}" type="presParOf" srcId="{4B66518E-B93B-4950-AC8B-514180554726}" destId="{B960D1B0-9B39-4D88-BBB2-728214AF6C87}" srcOrd="0" destOrd="0" presId="urn:microsoft.com/office/officeart/2008/layout/LinedList"/>
    <dgm:cxn modelId="{D067D10B-DC99-435C-A3DC-279E89741C31}" type="presParOf" srcId="{4B66518E-B93B-4950-AC8B-514180554726}" destId="{B4718098-E977-4C70-AC4F-23F40D81E514}" srcOrd="1" destOrd="0" presId="urn:microsoft.com/office/officeart/2008/layout/LinedList"/>
    <dgm:cxn modelId="{0D9935CF-1E95-4CAF-BDAB-2E33FEE6F8FD}" type="presParOf" srcId="{B4718098-E977-4C70-AC4F-23F40D81E514}" destId="{C92FA968-EB40-404D-9931-A7B30370BFC8}" srcOrd="0" destOrd="0" presId="urn:microsoft.com/office/officeart/2008/layout/LinedList"/>
    <dgm:cxn modelId="{A84B9C8A-DA47-40E6-B370-B96814A77E40}" type="presParOf" srcId="{B4718098-E977-4C70-AC4F-23F40D81E514}" destId="{5E8825A6-FF14-4DA3-BD19-F6A1580F4630}" srcOrd="1" destOrd="0" presId="urn:microsoft.com/office/officeart/2008/layout/LinedList"/>
    <dgm:cxn modelId="{E2FFBAA6-E9BA-4154-A3D0-DDB863421269}" type="presParOf" srcId="{4B66518E-B93B-4950-AC8B-514180554726}" destId="{7645B434-2BC0-47B0-BD81-42842B10F972}" srcOrd="2" destOrd="0" presId="urn:microsoft.com/office/officeart/2008/layout/LinedList"/>
    <dgm:cxn modelId="{24C99556-9ADB-40A5-A45C-4EE948F92137}" type="presParOf" srcId="{4B66518E-B93B-4950-AC8B-514180554726}" destId="{9A7071FE-70E1-4E3C-85B2-599EA1D446C6}" srcOrd="3" destOrd="0" presId="urn:microsoft.com/office/officeart/2008/layout/LinedList"/>
    <dgm:cxn modelId="{26DF424D-E6C5-44D2-B5BB-8355700BD35C}" type="presParOf" srcId="{9A7071FE-70E1-4E3C-85B2-599EA1D446C6}" destId="{B1461595-80B3-4E36-8E25-090737BF56BD}" srcOrd="0" destOrd="0" presId="urn:microsoft.com/office/officeart/2008/layout/LinedList"/>
    <dgm:cxn modelId="{C5483167-9CD6-4114-97CB-F620092C85DA}" type="presParOf" srcId="{9A7071FE-70E1-4E3C-85B2-599EA1D446C6}" destId="{22500BAC-7120-4501-86A4-C9FA031980E6}" srcOrd="1" destOrd="0" presId="urn:microsoft.com/office/officeart/2008/layout/LinedList"/>
    <dgm:cxn modelId="{61B67588-E93D-4CE0-BD8A-3C9EE1BDBD49}" type="presParOf" srcId="{4B66518E-B93B-4950-AC8B-514180554726}" destId="{64C997ED-99B5-4BA0-BC4C-2D130E7F6948}" srcOrd="4" destOrd="0" presId="urn:microsoft.com/office/officeart/2008/layout/LinedList"/>
    <dgm:cxn modelId="{CC0CC47B-6109-4B5B-8E31-731642D2B9EE}" type="presParOf" srcId="{4B66518E-B93B-4950-AC8B-514180554726}" destId="{403568A7-B0BF-49F6-9E52-041A17A45A8D}" srcOrd="5" destOrd="0" presId="urn:microsoft.com/office/officeart/2008/layout/LinedList"/>
    <dgm:cxn modelId="{E88D5F5E-B373-4DEF-8B0F-EDEC7E7331AF}" type="presParOf" srcId="{403568A7-B0BF-49F6-9E52-041A17A45A8D}" destId="{4BDCE517-8446-4079-B55D-6A956EF38258}" srcOrd="0" destOrd="0" presId="urn:microsoft.com/office/officeart/2008/layout/LinedList"/>
    <dgm:cxn modelId="{0A4950F7-9BE5-4CDB-92B5-6443A932B6FE}" type="presParOf" srcId="{403568A7-B0BF-49F6-9E52-041A17A45A8D}" destId="{D11D85EA-6CC4-4CFD-A888-1D04AA85D241}" srcOrd="1" destOrd="0" presId="urn:microsoft.com/office/officeart/2008/layout/LinedList"/>
    <dgm:cxn modelId="{D1A98DD0-D768-462F-8CA4-810A3B431E18}" type="presParOf" srcId="{4B66518E-B93B-4950-AC8B-514180554726}" destId="{B677E4AA-A1EE-4257-86CC-E1476A79AEB1}" srcOrd="6" destOrd="0" presId="urn:microsoft.com/office/officeart/2008/layout/LinedList"/>
    <dgm:cxn modelId="{8E853A1E-34B0-495A-B1B9-CA174CF04FCA}" type="presParOf" srcId="{4B66518E-B93B-4950-AC8B-514180554726}" destId="{50006117-FC8D-47B6-BDCA-459783D5B17D}" srcOrd="7" destOrd="0" presId="urn:microsoft.com/office/officeart/2008/layout/LinedList"/>
    <dgm:cxn modelId="{81510BA8-3029-44E8-95DF-C85917BFEB01}" type="presParOf" srcId="{50006117-FC8D-47B6-BDCA-459783D5B17D}" destId="{2BC194BB-9FAB-4522-BD57-861FB156CF94}" srcOrd="0" destOrd="0" presId="urn:microsoft.com/office/officeart/2008/layout/LinedList"/>
    <dgm:cxn modelId="{36600AFB-2286-4746-9037-E006928D9C40}" type="presParOf" srcId="{50006117-FC8D-47B6-BDCA-459783D5B17D}" destId="{C1D5AD05-39C5-491B-A32F-55DB1790D307}" srcOrd="1" destOrd="0" presId="urn:microsoft.com/office/officeart/2008/layout/LinedList"/>
    <dgm:cxn modelId="{3F8BCFA5-B9FD-4F37-BFD3-EEB485E0F22D}" type="presParOf" srcId="{4B66518E-B93B-4950-AC8B-514180554726}" destId="{512D9E81-5C27-4AE5-9D43-91E5E697DBE5}" srcOrd="8" destOrd="0" presId="urn:microsoft.com/office/officeart/2008/layout/LinedList"/>
    <dgm:cxn modelId="{0E86364D-FCDC-45A6-A16B-36F9B7B99F09}" type="presParOf" srcId="{4B66518E-B93B-4950-AC8B-514180554726}" destId="{C83377E2-DFD7-40A4-8CF5-14EAD2D0A9AE}" srcOrd="9" destOrd="0" presId="urn:microsoft.com/office/officeart/2008/layout/LinedList"/>
    <dgm:cxn modelId="{42F2EED6-709A-4809-8502-BC466AD8410E}" type="presParOf" srcId="{C83377E2-DFD7-40A4-8CF5-14EAD2D0A9AE}" destId="{623DFDD3-789D-403D-B8EC-B21C9B5F48B9}" srcOrd="0" destOrd="0" presId="urn:microsoft.com/office/officeart/2008/layout/LinedList"/>
    <dgm:cxn modelId="{200FFB41-A863-487F-83F9-4BE68D3B4200}" type="presParOf" srcId="{C83377E2-DFD7-40A4-8CF5-14EAD2D0A9AE}" destId="{4F1441B0-F712-4D7D-98A5-8E94947EABF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AD3DFA-BDDA-4F45-A6E4-0FD8986D4B9C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FF78DC-19C2-4CA2-A9C6-F67D4D78C164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FCF49-2CBF-414B-97C8-198F632115DA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 terminal-based event ticket booking system</a:t>
          </a:r>
        </a:p>
      </dsp:txBody>
      <dsp:txXfrm>
        <a:off x="1736122" y="1100"/>
        <a:ext cx="2172539" cy="921683"/>
      </dsp:txXfrm>
    </dsp:sp>
    <dsp:sp modelId="{CBDC0DDB-2A0D-4E92-B83C-1F2F5796E897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BA1739-2B88-480B-AD02-6675F86F03B7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DA3CE0-49F3-42F7-BF74-8BF2E0B24EC2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Features include:</a:t>
          </a:r>
        </a:p>
      </dsp:txBody>
      <dsp:txXfrm>
        <a:off x="5406396" y="1100"/>
        <a:ext cx="2172539" cy="921683"/>
      </dsp:txXfrm>
    </dsp:sp>
    <dsp:sp modelId="{A0509110-937B-45C8-A1DB-F15D7538BE14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107701-9A94-4F95-9BD2-02E287BE00B6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3AEF50-1059-41E5-89CC-90951B65D4E9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User registration and login</a:t>
          </a:r>
        </a:p>
      </dsp:txBody>
      <dsp:txXfrm>
        <a:off x="1736122" y="1635560"/>
        <a:ext cx="2172539" cy="921683"/>
      </dsp:txXfrm>
    </dsp:sp>
    <dsp:sp modelId="{12B10856-97AD-40E6-83C4-160F08866BB4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E80002-BF9D-4C7A-818E-4DFBAAB90F38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44F25-B515-4E57-9997-0FA1773B46C5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Viewing available events</a:t>
          </a:r>
        </a:p>
      </dsp:txBody>
      <dsp:txXfrm>
        <a:off x="5406396" y="1635560"/>
        <a:ext cx="2172539" cy="921683"/>
      </dsp:txXfrm>
    </dsp:sp>
    <dsp:sp modelId="{FA8DF653-3828-416E-9F95-F88EA68F942B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58E476-7510-405F-9C98-DFFEDAEBE62E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B4ABB-09CB-46BC-A9DA-D7CD801F00D1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Seat selection and booking</a:t>
          </a:r>
        </a:p>
      </dsp:txBody>
      <dsp:txXfrm>
        <a:off x="1736122" y="3270020"/>
        <a:ext cx="2172539" cy="921683"/>
      </dsp:txXfrm>
    </dsp:sp>
    <dsp:sp modelId="{000E2006-B95F-4841-833F-8A16CE073CD9}">
      <dsp:nvSpPr>
        <dsp:cNvPr id="0" name=""/>
        <dsp:cNvSpPr/>
      </dsp:nvSpPr>
      <dsp:spPr>
        <a:xfrm>
          <a:off x="4287209" y="327002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4438B5-3235-4B28-8700-FCCE755DCCAC}">
      <dsp:nvSpPr>
        <dsp:cNvPr id="0" name=""/>
        <dsp:cNvSpPr/>
      </dsp:nvSpPr>
      <dsp:spPr>
        <a:xfrm>
          <a:off x="4480763" y="3463574"/>
          <a:ext cx="534576" cy="5345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862426-9CBF-4330-B098-9B73BD15AD62}">
      <dsp:nvSpPr>
        <dsp:cNvPr id="0" name=""/>
        <dsp:cNvSpPr/>
      </dsp:nvSpPr>
      <dsp:spPr>
        <a:xfrm>
          <a:off x="5406396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Persistent data storage via files</a:t>
          </a:r>
        </a:p>
      </dsp:txBody>
      <dsp:txXfrm>
        <a:off x="5406396" y="3270020"/>
        <a:ext cx="2172539" cy="9216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683AAF-77B2-4C1D-AF94-057CE8BEFB1D}">
      <dsp:nvSpPr>
        <dsp:cNvPr id="0" name=""/>
        <dsp:cNvSpPr/>
      </dsp:nvSpPr>
      <dsp:spPr>
        <a:xfrm>
          <a:off x="0" y="693"/>
          <a:ext cx="435834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9EF6D-AC2C-4FE7-85EF-7431C8A3450E}">
      <dsp:nvSpPr>
        <dsp:cNvPr id="0" name=""/>
        <dsp:cNvSpPr/>
      </dsp:nvSpPr>
      <dsp:spPr>
        <a:xfrm>
          <a:off x="0" y="693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Register/Login with username and password</a:t>
          </a:r>
        </a:p>
      </dsp:txBody>
      <dsp:txXfrm>
        <a:off x="0" y="693"/>
        <a:ext cx="4358346" cy="1135366"/>
      </dsp:txXfrm>
    </dsp:sp>
    <dsp:sp modelId="{CCD5C2B8-B6D4-492A-85FC-8B6B7A2E9126}">
      <dsp:nvSpPr>
        <dsp:cNvPr id="0" name=""/>
        <dsp:cNvSpPr/>
      </dsp:nvSpPr>
      <dsp:spPr>
        <a:xfrm>
          <a:off x="0" y="1136059"/>
          <a:ext cx="435834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9787B-3CF7-4B97-91A4-78853B43FB76}">
      <dsp:nvSpPr>
        <dsp:cNvPr id="0" name=""/>
        <dsp:cNvSpPr/>
      </dsp:nvSpPr>
      <dsp:spPr>
        <a:xfrm>
          <a:off x="0" y="1136059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View list of available events</a:t>
          </a:r>
          <a:r>
            <a:rPr lang="en-IN" sz="2400" kern="1200"/>
            <a:t> with time and price</a:t>
          </a:r>
          <a:endParaRPr lang="en-US" sz="2400" kern="1200"/>
        </a:p>
      </dsp:txBody>
      <dsp:txXfrm>
        <a:off x="0" y="1136059"/>
        <a:ext cx="4358346" cy="1135366"/>
      </dsp:txXfrm>
    </dsp:sp>
    <dsp:sp modelId="{4256B8E6-2FBD-4F47-B8E2-34B7AA98C80A}">
      <dsp:nvSpPr>
        <dsp:cNvPr id="0" name=""/>
        <dsp:cNvSpPr/>
      </dsp:nvSpPr>
      <dsp:spPr>
        <a:xfrm>
          <a:off x="0" y="2271426"/>
          <a:ext cx="435834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C7785F-A745-4240-8DB0-5BA588BFC00E}">
      <dsp:nvSpPr>
        <dsp:cNvPr id="0" name=""/>
        <dsp:cNvSpPr/>
      </dsp:nvSpPr>
      <dsp:spPr>
        <a:xfrm>
          <a:off x="0" y="2271426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Book specific seats from seat map</a:t>
          </a:r>
        </a:p>
      </dsp:txBody>
      <dsp:txXfrm>
        <a:off x="0" y="2271426"/>
        <a:ext cx="4358346" cy="1135366"/>
      </dsp:txXfrm>
    </dsp:sp>
    <dsp:sp modelId="{588A57CC-8A76-4306-A94D-FFB29E8DDC08}">
      <dsp:nvSpPr>
        <dsp:cNvPr id="0" name=""/>
        <dsp:cNvSpPr/>
      </dsp:nvSpPr>
      <dsp:spPr>
        <a:xfrm>
          <a:off x="0" y="3406792"/>
          <a:ext cx="435834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4948E5-1C69-469B-B4BA-980FEC3FA736}">
      <dsp:nvSpPr>
        <dsp:cNvPr id="0" name=""/>
        <dsp:cNvSpPr/>
      </dsp:nvSpPr>
      <dsp:spPr>
        <a:xfrm>
          <a:off x="0" y="3406792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View all your past bookings</a:t>
          </a:r>
        </a:p>
      </dsp:txBody>
      <dsp:txXfrm>
        <a:off x="0" y="3406792"/>
        <a:ext cx="4358346" cy="1135366"/>
      </dsp:txXfrm>
    </dsp:sp>
    <dsp:sp modelId="{4C4C8704-1707-43F8-82BB-33CB5BC4CC2D}">
      <dsp:nvSpPr>
        <dsp:cNvPr id="0" name=""/>
        <dsp:cNvSpPr/>
      </dsp:nvSpPr>
      <dsp:spPr>
        <a:xfrm>
          <a:off x="0" y="4542159"/>
          <a:ext cx="4358346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D0F05-CDCF-40C7-939D-DCE12F3BD7DD}">
      <dsp:nvSpPr>
        <dsp:cNvPr id="0" name=""/>
        <dsp:cNvSpPr/>
      </dsp:nvSpPr>
      <dsp:spPr>
        <a:xfrm>
          <a:off x="0" y="4542159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Save/Load data using file handling (users.txt, bookings.txt)</a:t>
          </a:r>
        </a:p>
      </dsp:txBody>
      <dsp:txXfrm>
        <a:off x="0" y="4542159"/>
        <a:ext cx="4358346" cy="11353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D50A07-26BD-4D07-A4E6-7D85C334E286}">
      <dsp:nvSpPr>
        <dsp:cNvPr id="0" name=""/>
        <dsp:cNvSpPr/>
      </dsp:nvSpPr>
      <dsp:spPr>
        <a:xfrm>
          <a:off x="0" y="0"/>
          <a:ext cx="435834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B5A761-75BF-4A05-A2A1-F295EE3D27D2}">
      <dsp:nvSpPr>
        <dsp:cNvPr id="0" name=""/>
        <dsp:cNvSpPr/>
      </dsp:nvSpPr>
      <dsp:spPr>
        <a:xfrm>
          <a:off x="0" y="0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/>
            <a:t>- Data Structures:</a:t>
          </a:r>
        </a:p>
      </dsp:txBody>
      <dsp:txXfrm>
        <a:off x="0" y="0"/>
        <a:ext cx="4358346" cy="1419554"/>
      </dsp:txXfrm>
    </dsp:sp>
    <dsp:sp modelId="{87075047-36E4-4FBB-BB19-51AC2BBC56BF}">
      <dsp:nvSpPr>
        <dsp:cNvPr id="0" name=""/>
        <dsp:cNvSpPr/>
      </dsp:nvSpPr>
      <dsp:spPr>
        <a:xfrm>
          <a:off x="0" y="1419554"/>
          <a:ext cx="4358346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6A11E-5F72-40AC-9E59-E7A61739ADDB}">
      <dsp:nvSpPr>
        <dsp:cNvPr id="0" name=""/>
        <dsp:cNvSpPr/>
      </dsp:nvSpPr>
      <dsp:spPr>
        <a:xfrm>
          <a:off x="0" y="1419554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/>
            <a:t>- User – Stores username/password</a:t>
          </a:r>
        </a:p>
      </dsp:txBody>
      <dsp:txXfrm>
        <a:off x="0" y="1419554"/>
        <a:ext cx="4358346" cy="1419554"/>
      </dsp:txXfrm>
    </dsp:sp>
    <dsp:sp modelId="{B7F0067A-C6A8-4213-B0A3-00FA8045C79E}">
      <dsp:nvSpPr>
        <dsp:cNvPr id="0" name=""/>
        <dsp:cNvSpPr/>
      </dsp:nvSpPr>
      <dsp:spPr>
        <a:xfrm>
          <a:off x="0" y="2839109"/>
          <a:ext cx="4358346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419D9-D8EE-4324-BB75-EAC1DEA7716A}">
      <dsp:nvSpPr>
        <dsp:cNvPr id="0" name=""/>
        <dsp:cNvSpPr/>
      </dsp:nvSpPr>
      <dsp:spPr>
        <a:xfrm>
          <a:off x="0" y="2839109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/>
            <a:t>- Event – Contains name, time, price, and seat map</a:t>
          </a:r>
        </a:p>
      </dsp:txBody>
      <dsp:txXfrm>
        <a:off x="0" y="2839109"/>
        <a:ext cx="4358346" cy="1419554"/>
      </dsp:txXfrm>
    </dsp:sp>
    <dsp:sp modelId="{27B75C3C-4140-401B-8AF1-73221E6CE3D1}">
      <dsp:nvSpPr>
        <dsp:cNvPr id="0" name=""/>
        <dsp:cNvSpPr/>
      </dsp:nvSpPr>
      <dsp:spPr>
        <a:xfrm>
          <a:off x="0" y="4258664"/>
          <a:ext cx="4358346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461AB-C6FE-47E9-8B80-74E51E1DABDD}">
      <dsp:nvSpPr>
        <dsp:cNvPr id="0" name=""/>
        <dsp:cNvSpPr/>
      </dsp:nvSpPr>
      <dsp:spPr>
        <a:xfrm>
          <a:off x="0" y="4258664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/>
            <a:t>- Booking – Holds booking info per user</a:t>
          </a:r>
        </a:p>
      </dsp:txBody>
      <dsp:txXfrm>
        <a:off x="0" y="4258664"/>
        <a:ext cx="4358346" cy="14195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F92738-29C5-4230-9669-3C7F2C213A1F}">
      <dsp:nvSpPr>
        <dsp:cNvPr id="0" name=""/>
        <dsp:cNvSpPr/>
      </dsp:nvSpPr>
      <dsp:spPr>
        <a:xfrm>
          <a:off x="0" y="2772"/>
          <a:ext cx="435834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EF6DA3-A72A-4243-92BD-BD0C84329FA2}">
      <dsp:nvSpPr>
        <dsp:cNvPr id="0" name=""/>
        <dsp:cNvSpPr/>
      </dsp:nvSpPr>
      <dsp:spPr>
        <a:xfrm>
          <a:off x="0" y="2772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Files Used:</a:t>
          </a:r>
        </a:p>
      </dsp:txBody>
      <dsp:txXfrm>
        <a:off x="0" y="2772"/>
        <a:ext cx="4358346" cy="945445"/>
      </dsp:txXfrm>
    </dsp:sp>
    <dsp:sp modelId="{9600333A-3C8F-4FB0-B4C3-2FDE90B51A89}">
      <dsp:nvSpPr>
        <dsp:cNvPr id="0" name=""/>
        <dsp:cNvSpPr/>
      </dsp:nvSpPr>
      <dsp:spPr>
        <a:xfrm>
          <a:off x="0" y="948218"/>
          <a:ext cx="435834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EDA9D-047E-4D1E-A5C6-2D74F2829291}">
      <dsp:nvSpPr>
        <dsp:cNvPr id="0" name=""/>
        <dsp:cNvSpPr/>
      </dsp:nvSpPr>
      <dsp:spPr>
        <a:xfrm>
          <a:off x="0" y="948218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users.txt – For storing registered users</a:t>
          </a:r>
        </a:p>
      </dsp:txBody>
      <dsp:txXfrm>
        <a:off x="0" y="948218"/>
        <a:ext cx="4358346" cy="945445"/>
      </dsp:txXfrm>
    </dsp:sp>
    <dsp:sp modelId="{F6F67B7F-5AC7-40D1-B66A-FF1FEF336285}">
      <dsp:nvSpPr>
        <dsp:cNvPr id="0" name=""/>
        <dsp:cNvSpPr/>
      </dsp:nvSpPr>
      <dsp:spPr>
        <a:xfrm>
          <a:off x="0" y="1893663"/>
          <a:ext cx="435834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518D7-D922-4672-9AD1-D7F98FCB92A1}">
      <dsp:nvSpPr>
        <dsp:cNvPr id="0" name=""/>
        <dsp:cNvSpPr/>
      </dsp:nvSpPr>
      <dsp:spPr>
        <a:xfrm>
          <a:off x="0" y="1893663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bookings.txt – For formatted ticket records</a:t>
          </a:r>
        </a:p>
      </dsp:txBody>
      <dsp:txXfrm>
        <a:off x="0" y="1893663"/>
        <a:ext cx="4358346" cy="945445"/>
      </dsp:txXfrm>
    </dsp:sp>
    <dsp:sp modelId="{734E92AB-F933-4AE5-A429-C983A625C221}">
      <dsp:nvSpPr>
        <dsp:cNvPr id="0" name=""/>
        <dsp:cNvSpPr/>
      </dsp:nvSpPr>
      <dsp:spPr>
        <a:xfrm>
          <a:off x="0" y="2839109"/>
          <a:ext cx="435834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914AA2-25D3-4F9E-9618-91617C619093}">
      <dsp:nvSpPr>
        <dsp:cNvPr id="0" name=""/>
        <dsp:cNvSpPr/>
      </dsp:nvSpPr>
      <dsp:spPr>
        <a:xfrm>
          <a:off x="0" y="2839109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Functions:</a:t>
          </a:r>
        </a:p>
      </dsp:txBody>
      <dsp:txXfrm>
        <a:off x="0" y="2839109"/>
        <a:ext cx="4358346" cy="945445"/>
      </dsp:txXfrm>
    </dsp:sp>
    <dsp:sp modelId="{0D67259E-B9E4-4DD5-BA55-E9C8104309D6}">
      <dsp:nvSpPr>
        <dsp:cNvPr id="0" name=""/>
        <dsp:cNvSpPr/>
      </dsp:nvSpPr>
      <dsp:spPr>
        <a:xfrm>
          <a:off x="0" y="3784555"/>
          <a:ext cx="435834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98B2C-52B1-489B-AD99-4D1D60510B60}">
      <dsp:nvSpPr>
        <dsp:cNvPr id="0" name=""/>
        <dsp:cNvSpPr/>
      </dsp:nvSpPr>
      <dsp:spPr>
        <a:xfrm>
          <a:off x="0" y="3784555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save_users() / load_users()</a:t>
          </a:r>
        </a:p>
      </dsp:txBody>
      <dsp:txXfrm>
        <a:off x="0" y="3784555"/>
        <a:ext cx="4358346" cy="945445"/>
      </dsp:txXfrm>
    </dsp:sp>
    <dsp:sp modelId="{E75E2201-89F5-465F-8332-39E264F8084D}">
      <dsp:nvSpPr>
        <dsp:cNvPr id="0" name=""/>
        <dsp:cNvSpPr/>
      </dsp:nvSpPr>
      <dsp:spPr>
        <a:xfrm>
          <a:off x="0" y="4730000"/>
          <a:ext cx="435834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DE6088-5AA7-4F3F-800E-EBAEC5EE15D3}">
      <dsp:nvSpPr>
        <dsp:cNvPr id="0" name=""/>
        <dsp:cNvSpPr/>
      </dsp:nvSpPr>
      <dsp:spPr>
        <a:xfrm>
          <a:off x="0" y="4730000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save_bookings() / load_bookings()</a:t>
          </a:r>
        </a:p>
      </dsp:txBody>
      <dsp:txXfrm>
        <a:off x="0" y="4730000"/>
        <a:ext cx="4358346" cy="9454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5C6FC8-1CCD-4CAC-AA16-1AE4231B6FA0}">
      <dsp:nvSpPr>
        <dsp:cNvPr id="0" name=""/>
        <dsp:cNvSpPr/>
      </dsp:nvSpPr>
      <dsp:spPr>
        <a:xfrm>
          <a:off x="0" y="0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BF6D5-1ECA-4F80-BB68-186FB37F656A}">
      <dsp:nvSpPr>
        <dsp:cNvPr id="0" name=""/>
        <dsp:cNvSpPr/>
      </dsp:nvSpPr>
      <dsp:spPr>
        <a:xfrm>
          <a:off x="0" y="0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Seat layout: 5 rows (A–E), 5 columns (1–5)</a:t>
          </a:r>
        </a:p>
      </dsp:txBody>
      <dsp:txXfrm>
        <a:off x="0" y="0"/>
        <a:ext cx="4358346" cy="1419554"/>
      </dsp:txXfrm>
    </dsp:sp>
    <dsp:sp modelId="{2E7BCDC0-0BDF-4A50-9CDC-D74009D37049}">
      <dsp:nvSpPr>
        <dsp:cNvPr id="0" name=""/>
        <dsp:cNvSpPr/>
      </dsp:nvSpPr>
      <dsp:spPr>
        <a:xfrm>
          <a:off x="0" y="1419554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D3B43-B9AD-4CA4-B097-6C740932FAEE}">
      <dsp:nvSpPr>
        <dsp:cNvPr id="0" name=""/>
        <dsp:cNvSpPr/>
      </dsp:nvSpPr>
      <dsp:spPr>
        <a:xfrm>
          <a:off x="0" y="1419554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'A' = Available, 'X' = Booked</a:t>
          </a:r>
        </a:p>
      </dsp:txBody>
      <dsp:txXfrm>
        <a:off x="0" y="1419554"/>
        <a:ext cx="4358346" cy="1419554"/>
      </dsp:txXfrm>
    </dsp:sp>
    <dsp:sp modelId="{83D5887B-D198-48F8-99EC-76CF61BBFD45}">
      <dsp:nvSpPr>
        <dsp:cNvPr id="0" name=""/>
        <dsp:cNvSpPr/>
      </dsp:nvSpPr>
      <dsp:spPr>
        <a:xfrm>
          <a:off x="0" y="2839109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04725-B893-4B76-A953-8C9F1C1A12A3}">
      <dsp:nvSpPr>
        <dsp:cNvPr id="0" name=""/>
        <dsp:cNvSpPr/>
      </dsp:nvSpPr>
      <dsp:spPr>
        <a:xfrm>
          <a:off x="0" y="2839109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Seat selected using format (e.g., A1, B2)</a:t>
          </a:r>
        </a:p>
      </dsp:txBody>
      <dsp:txXfrm>
        <a:off x="0" y="2839109"/>
        <a:ext cx="4358346" cy="1419554"/>
      </dsp:txXfrm>
    </dsp:sp>
    <dsp:sp modelId="{BE5A81B7-7CDD-4F0E-9C51-8977A51F239B}">
      <dsp:nvSpPr>
        <dsp:cNvPr id="0" name=""/>
        <dsp:cNvSpPr/>
      </dsp:nvSpPr>
      <dsp:spPr>
        <a:xfrm>
          <a:off x="0" y="4258664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F6D34-47EF-40CC-B7D5-E357C5BDC362}">
      <dsp:nvSpPr>
        <dsp:cNvPr id="0" name=""/>
        <dsp:cNvSpPr/>
      </dsp:nvSpPr>
      <dsp:spPr>
        <a:xfrm>
          <a:off x="0" y="4258664"/>
          <a:ext cx="4358346" cy="1419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Validation: prevents double booking or invalid inputs</a:t>
          </a:r>
        </a:p>
      </dsp:txBody>
      <dsp:txXfrm>
        <a:off x="0" y="4258664"/>
        <a:ext cx="4358346" cy="14195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2BFC65-FD74-4B5D-898B-0FA3E35DDAD7}">
      <dsp:nvSpPr>
        <dsp:cNvPr id="0" name=""/>
        <dsp:cNvSpPr/>
      </dsp:nvSpPr>
      <dsp:spPr>
        <a:xfrm>
          <a:off x="0" y="2772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196B3-4073-43C2-998C-A4F3579C37C3}">
      <dsp:nvSpPr>
        <dsp:cNvPr id="0" name=""/>
        <dsp:cNvSpPr/>
      </dsp:nvSpPr>
      <dsp:spPr>
        <a:xfrm>
          <a:off x="0" y="2772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register_user():</a:t>
          </a:r>
        </a:p>
      </dsp:txBody>
      <dsp:txXfrm>
        <a:off x="0" y="2772"/>
        <a:ext cx="4358346" cy="945445"/>
      </dsp:txXfrm>
    </dsp:sp>
    <dsp:sp modelId="{53B12D26-E56E-4BA8-8601-D798DC6B839B}">
      <dsp:nvSpPr>
        <dsp:cNvPr id="0" name=""/>
        <dsp:cNvSpPr/>
      </dsp:nvSpPr>
      <dsp:spPr>
        <a:xfrm>
          <a:off x="0" y="948218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A4AB73-D908-473E-BACF-CE2D6F3577D8}">
      <dsp:nvSpPr>
        <dsp:cNvPr id="0" name=""/>
        <dsp:cNvSpPr/>
      </dsp:nvSpPr>
      <dsp:spPr>
        <a:xfrm>
          <a:off x="0" y="948218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Ensures unique usernames</a:t>
          </a:r>
        </a:p>
      </dsp:txBody>
      <dsp:txXfrm>
        <a:off x="0" y="948218"/>
        <a:ext cx="4358346" cy="945445"/>
      </dsp:txXfrm>
    </dsp:sp>
    <dsp:sp modelId="{663F407E-F82F-4B5B-BF8F-594393779661}">
      <dsp:nvSpPr>
        <dsp:cNvPr id="0" name=""/>
        <dsp:cNvSpPr/>
      </dsp:nvSpPr>
      <dsp:spPr>
        <a:xfrm>
          <a:off x="0" y="1893663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2475D6-8F66-49F7-9C5F-D2C386BB1474}">
      <dsp:nvSpPr>
        <dsp:cNvPr id="0" name=""/>
        <dsp:cNvSpPr/>
      </dsp:nvSpPr>
      <dsp:spPr>
        <a:xfrm>
          <a:off x="0" y="1893663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Stores credentials in file</a:t>
          </a:r>
        </a:p>
      </dsp:txBody>
      <dsp:txXfrm>
        <a:off x="0" y="1893663"/>
        <a:ext cx="4358346" cy="945445"/>
      </dsp:txXfrm>
    </dsp:sp>
    <dsp:sp modelId="{57533768-9514-46B9-8380-444FDDF64330}">
      <dsp:nvSpPr>
        <dsp:cNvPr id="0" name=""/>
        <dsp:cNvSpPr/>
      </dsp:nvSpPr>
      <dsp:spPr>
        <a:xfrm>
          <a:off x="0" y="2839109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5D261-C4ED-4BFD-A03D-DAE088D21F9E}">
      <dsp:nvSpPr>
        <dsp:cNvPr id="0" name=""/>
        <dsp:cNvSpPr/>
      </dsp:nvSpPr>
      <dsp:spPr>
        <a:xfrm>
          <a:off x="0" y="2839109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login():</a:t>
          </a:r>
        </a:p>
      </dsp:txBody>
      <dsp:txXfrm>
        <a:off x="0" y="2839109"/>
        <a:ext cx="4358346" cy="945445"/>
      </dsp:txXfrm>
    </dsp:sp>
    <dsp:sp modelId="{C055F9C6-BBDA-4270-8F62-97158427D9D7}">
      <dsp:nvSpPr>
        <dsp:cNvPr id="0" name=""/>
        <dsp:cNvSpPr/>
      </dsp:nvSpPr>
      <dsp:spPr>
        <a:xfrm>
          <a:off x="0" y="3784555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CC3E1E-8B37-4FEC-B7BC-98B4C42AF266}">
      <dsp:nvSpPr>
        <dsp:cNvPr id="0" name=""/>
        <dsp:cNvSpPr/>
      </dsp:nvSpPr>
      <dsp:spPr>
        <a:xfrm>
          <a:off x="0" y="3784555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Verifies credentials</a:t>
          </a:r>
        </a:p>
      </dsp:txBody>
      <dsp:txXfrm>
        <a:off x="0" y="3784555"/>
        <a:ext cx="4358346" cy="945445"/>
      </dsp:txXfrm>
    </dsp:sp>
    <dsp:sp modelId="{05D7674A-99EB-47ED-AAAB-126A54F4911C}">
      <dsp:nvSpPr>
        <dsp:cNvPr id="0" name=""/>
        <dsp:cNvSpPr/>
      </dsp:nvSpPr>
      <dsp:spPr>
        <a:xfrm>
          <a:off x="0" y="4730000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9CE31-5752-48C9-A3C9-01506710CB0C}">
      <dsp:nvSpPr>
        <dsp:cNvPr id="0" name=""/>
        <dsp:cNvSpPr/>
      </dsp:nvSpPr>
      <dsp:spPr>
        <a:xfrm>
          <a:off x="0" y="4730000"/>
          <a:ext cx="4358346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Grants access to booking features</a:t>
          </a:r>
        </a:p>
      </dsp:txBody>
      <dsp:txXfrm>
        <a:off x="0" y="4730000"/>
        <a:ext cx="4358346" cy="94544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60D1B0-9B39-4D88-BBB2-728214AF6C87}">
      <dsp:nvSpPr>
        <dsp:cNvPr id="0" name=""/>
        <dsp:cNvSpPr/>
      </dsp:nvSpPr>
      <dsp:spPr>
        <a:xfrm>
          <a:off x="0" y="693"/>
          <a:ext cx="435834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2FA968-EB40-404D-9931-A7B30370BFC8}">
      <dsp:nvSpPr>
        <dsp:cNvPr id="0" name=""/>
        <dsp:cNvSpPr/>
      </dsp:nvSpPr>
      <dsp:spPr>
        <a:xfrm>
          <a:off x="0" y="693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Simple and effective ticket booking system</a:t>
          </a:r>
        </a:p>
      </dsp:txBody>
      <dsp:txXfrm>
        <a:off x="0" y="693"/>
        <a:ext cx="4358346" cy="1135366"/>
      </dsp:txXfrm>
    </dsp:sp>
    <dsp:sp modelId="{7645B434-2BC0-47B0-BD81-42842B10F972}">
      <dsp:nvSpPr>
        <dsp:cNvPr id="0" name=""/>
        <dsp:cNvSpPr/>
      </dsp:nvSpPr>
      <dsp:spPr>
        <a:xfrm>
          <a:off x="0" y="1136059"/>
          <a:ext cx="4358346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461595-80B3-4E36-8E25-090737BF56BD}">
      <dsp:nvSpPr>
        <dsp:cNvPr id="0" name=""/>
        <dsp:cNvSpPr/>
      </dsp:nvSpPr>
      <dsp:spPr>
        <a:xfrm>
          <a:off x="0" y="1136059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- Demonstrates:</a:t>
          </a:r>
        </a:p>
      </dsp:txBody>
      <dsp:txXfrm>
        <a:off x="0" y="1136059"/>
        <a:ext cx="4358346" cy="1135366"/>
      </dsp:txXfrm>
    </dsp:sp>
    <dsp:sp modelId="{64C997ED-99B5-4BA0-BC4C-2D130E7F6948}">
      <dsp:nvSpPr>
        <dsp:cNvPr id="0" name=""/>
        <dsp:cNvSpPr/>
      </dsp:nvSpPr>
      <dsp:spPr>
        <a:xfrm>
          <a:off x="0" y="2271426"/>
          <a:ext cx="4358346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CE517-8446-4079-B55D-6A956EF38258}">
      <dsp:nvSpPr>
        <dsp:cNvPr id="0" name=""/>
        <dsp:cNvSpPr/>
      </dsp:nvSpPr>
      <dsp:spPr>
        <a:xfrm>
          <a:off x="0" y="2271426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File handling</a:t>
          </a:r>
        </a:p>
      </dsp:txBody>
      <dsp:txXfrm>
        <a:off x="0" y="2271426"/>
        <a:ext cx="4358346" cy="1135366"/>
      </dsp:txXfrm>
    </dsp:sp>
    <dsp:sp modelId="{B677E4AA-A1EE-4257-86CC-E1476A79AEB1}">
      <dsp:nvSpPr>
        <dsp:cNvPr id="0" name=""/>
        <dsp:cNvSpPr/>
      </dsp:nvSpPr>
      <dsp:spPr>
        <a:xfrm>
          <a:off x="0" y="3406792"/>
          <a:ext cx="4358346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194BB-9FAB-4522-BD57-861FB156CF94}">
      <dsp:nvSpPr>
        <dsp:cNvPr id="0" name=""/>
        <dsp:cNvSpPr/>
      </dsp:nvSpPr>
      <dsp:spPr>
        <a:xfrm>
          <a:off x="0" y="3406792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Structures and arrays</a:t>
          </a:r>
        </a:p>
      </dsp:txBody>
      <dsp:txXfrm>
        <a:off x="0" y="3406792"/>
        <a:ext cx="4358346" cy="1135366"/>
      </dsp:txXfrm>
    </dsp:sp>
    <dsp:sp modelId="{512D9E81-5C27-4AE5-9D43-91E5E697DBE5}">
      <dsp:nvSpPr>
        <dsp:cNvPr id="0" name=""/>
        <dsp:cNvSpPr/>
      </dsp:nvSpPr>
      <dsp:spPr>
        <a:xfrm>
          <a:off x="0" y="4542159"/>
          <a:ext cx="4358346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3DFDD3-789D-403D-B8EC-B21C9B5F48B9}">
      <dsp:nvSpPr>
        <dsp:cNvPr id="0" name=""/>
        <dsp:cNvSpPr/>
      </dsp:nvSpPr>
      <dsp:spPr>
        <a:xfrm>
          <a:off x="0" y="4542159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Real-world application in C</a:t>
          </a:r>
        </a:p>
      </dsp:txBody>
      <dsp:txXfrm>
        <a:off x="0" y="4542159"/>
        <a:ext cx="4358346" cy="11353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2ECCAF-2EC3-54B5-47F4-D0E3CD0944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92641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743" y="673770"/>
            <a:ext cx="3276600" cy="2027227"/>
          </a:xfrm>
        </p:spPr>
        <p:txBody>
          <a:bodyPr anchor="t">
            <a:normAutofit/>
          </a:bodyPr>
          <a:lstStyle/>
          <a:p>
            <a:r>
              <a:rPr lang="en-IN" sz="54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Features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B930FBCF-E12B-A1D0-D11F-0494C92D9B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7703358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878" y="423398"/>
            <a:ext cx="3094264" cy="2027227"/>
          </a:xfrm>
        </p:spPr>
        <p:txBody>
          <a:bodyPr anchor="t">
            <a:normAutofit/>
          </a:bodyPr>
          <a:lstStyle/>
          <a:p>
            <a:r>
              <a:rPr lang="en-IN" sz="60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System Design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DC98B7-9D4F-48FC-0FCE-39C865DA24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3244965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" y="541606"/>
            <a:ext cx="3528354" cy="2027227"/>
          </a:xfrm>
        </p:spPr>
        <p:txBody>
          <a:bodyPr anchor="t">
            <a:noAutofit/>
          </a:bodyPr>
          <a:lstStyle/>
          <a:p>
            <a:r>
              <a:rPr lang="en-IN" sz="54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File Handling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282839A8-B6E2-8BF3-285A-A5A7B6F995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063681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1453" y="238342"/>
            <a:ext cx="3682093" cy="2027227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IN" sz="54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Seat Booking Logic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18C226-A753-93C5-8032-FC61E967C3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6158891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77636" y="345662"/>
            <a:ext cx="5042807" cy="2027227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IN" sz="40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User </a:t>
            </a:r>
            <a:br>
              <a:rPr lang="en-IN" sz="40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IN" sz="40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Authentication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107908-9E3D-F347-0A0C-D646D30CF7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768488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95"/>
            <a:ext cx="8229600" cy="1143000"/>
          </a:xfrm>
        </p:spPr>
        <p:txBody>
          <a:bodyPr>
            <a:normAutofit/>
          </a:bodyPr>
          <a:lstStyle/>
          <a:p>
            <a:r>
              <a:rPr sz="6000" b="1" dirty="0">
                <a:solidFill>
                  <a:schemeClr val="accent6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72" y="1273628"/>
            <a:ext cx="9808028" cy="5094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- Event list display</a:t>
            </a:r>
            <a:r>
              <a:rPr lang="en-IN" dirty="0"/>
              <a:t>              -</a:t>
            </a:r>
            <a:r>
              <a:rPr dirty="0"/>
              <a:t> Seat map with 'A' and ‘X’</a:t>
            </a:r>
            <a:r>
              <a:rPr lang="en-IN" dirty="0"/>
              <a:t>         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-</a:t>
            </a:r>
            <a:r>
              <a:rPr dirty="0"/>
              <a:t>Booking table:</a:t>
            </a:r>
          </a:p>
          <a:p>
            <a:pPr marL="0" indent="0">
              <a:buNone/>
            </a:pPr>
            <a:r>
              <a:rPr dirty="0"/>
              <a:t> 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07A3F4-091D-5DBD-4953-33AE4E0C34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53" t="15995" r="48928" b="66310"/>
          <a:stretch/>
        </p:blipFill>
        <p:spPr>
          <a:xfrm>
            <a:off x="36544" y="2160590"/>
            <a:ext cx="4633427" cy="193708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7806A3-53EE-83D6-4DE4-A2C4617B70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0" t="34762" r="71191" b="43016"/>
          <a:stretch/>
        </p:blipFill>
        <p:spPr>
          <a:xfrm>
            <a:off x="5181599" y="2160589"/>
            <a:ext cx="3505201" cy="1937085"/>
          </a:xfrm>
          <a:prstGeom prst="rect">
            <a:avLst/>
          </a:prstGeom>
        </p:spPr>
      </p:pic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B0C04377-F1A9-E24C-30A9-B354C85F06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00" t="21534" r="14523" b="47509"/>
          <a:stretch/>
        </p:blipFill>
        <p:spPr>
          <a:xfrm>
            <a:off x="782408" y="4916826"/>
            <a:ext cx="7579184" cy="18085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3521" y="771741"/>
            <a:ext cx="4128407" cy="2027227"/>
          </a:xfrm>
        </p:spPr>
        <p:txBody>
          <a:bodyPr anchor="t">
            <a:normAutofit/>
          </a:bodyPr>
          <a:lstStyle/>
          <a:p>
            <a:r>
              <a:rPr lang="en-IN" sz="48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2A1604-059F-AD22-8CB3-8E4E9315B7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1402692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290</Words>
  <Application>Microsoft Office PowerPoint</Application>
  <PresentationFormat>On-screen Show (4:3)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ADLaM Display</vt:lpstr>
      <vt:lpstr>Arial</vt:lpstr>
      <vt:lpstr>Calibri</vt:lpstr>
      <vt:lpstr>Office Theme</vt:lpstr>
      <vt:lpstr>Project Overview</vt:lpstr>
      <vt:lpstr>Features</vt:lpstr>
      <vt:lpstr>System Design</vt:lpstr>
      <vt:lpstr>File Handling</vt:lpstr>
      <vt:lpstr>Seat Booking Logic</vt:lpstr>
      <vt:lpstr>User  Authentication</vt:lpstr>
      <vt:lpstr>Sample Output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Priya</dc:creator>
  <cp:keywords/>
  <dc:description>generated using python-pptx</dc:description>
  <cp:lastModifiedBy>PRIYA  ASWAL</cp:lastModifiedBy>
  <cp:revision>3</cp:revision>
  <dcterms:created xsi:type="dcterms:W3CDTF">2013-01-27T09:14:16Z</dcterms:created>
  <dcterms:modified xsi:type="dcterms:W3CDTF">2026-10-27T09:42:06Z</dcterms:modified>
  <cp:category/>
</cp:coreProperties>
</file>